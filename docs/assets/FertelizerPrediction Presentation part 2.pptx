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80" r:id="rId10"/>
    <p:sldId id="281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258" autoAdjust="0"/>
  </p:normalViewPr>
  <p:slideViewPr>
    <p:cSldViewPr snapToGrid="0">
      <p:cViewPr varScale="1">
        <p:scale>
          <a:sx n="77" d="100"/>
          <a:sy n="77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297C3-418F-4351-98AE-79AADB1895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262AD6-04AE-4E97-A9D9-916FED3F09A0}">
      <dgm:prSet/>
      <dgm:spPr/>
      <dgm:t>
        <a:bodyPr/>
        <a:lstStyle/>
        <a:p>
          <a:r>
            <a:rPr lang="en-GB"/>
            <a:t>Obsidian vault exports give researchers a transparent, navigable, friendly environment.</a:t>
          </a:r>
          <a:endParaRPr lang="en-US"/>
        </a:p>
      </dgm:t>
    </dgm:pt>
    <dgm:pt modelId="{38547590-DB96-42D9-9DBD-441B90EF7C2B}" type="parTrans" cxnId="{796BAB6A-C3BA-4FC2-B9CF-B58F578FB314}">
      <dgm:prSet/>
      <dgm:spPr/>
      <dgm:t>
        <a:bodyPr/>
        <a:lstStyle/>
        <a:p>
          <a:endParaRPr lang="en-US"/>
        </a:p>
      </dgm:t>
    </dgm:pt>
    <dgm:pt modelId="{D2367E26-80A5-49F0-86D4-47754E381F6D}" type="sibTrans" cxnId="{796BAB6A-C3BA-4FC2-B9CF-B58F578FB314}">
      <dgm:prSet/>
      <dgm:spPr/>
      <dgm:t>
        <a:bodyPr/>
        <a:lstStyle/>
        <a:p>
          <a:endParaRPr lang="en-US"/>
        </a:p>
      </dgm:t>
    </dgm:pt>
    <dgm:pt modelId="{7F85BE50-B7E1-477E-AEEE-6505AC7D0900}">
      <dgm:prSet/>
      <dgm:spPr/>
      <dgm:t>
        <a:bodyPr/>
        <a:lstStyle/>
        <a:p>
          <a:r>
            <a:rPr lang="en-GB"/>
            <a:t>Obsidian vault integrates nicely with GenAI enabling researchers to combine automated analysis with human oversight.</a:t>
          </a:r>
          <a:endParaRPr lang="en-US"/>
        </a:p>
      </dgm:t>
    </dgm:pt>
    <dgm:pt modelId="{82E8083D-8D2D-4779-BCD2-A0951F5A6998}" type="parTrans" cxnId="{AE67C6FD-AD0C-460F-808A-493808E73DD4}">
      <dgm:prSet/>
      <dgm:spPr/>
      <dgm:t>
        <a:bodyPr/>
        <a:lstStyle/>
        <a:p>
          <a:endParaRPr lang="en-US"/>
        </a:p>
      </dgm:t>
    </dgm:pt>
    <dgm:pt modelId="{B5653083-40D2-4B75-A738-4A2D333D21FC}" type="sibTrans" cxnId="{AE67C6FD-AD0C-460F-808A-493808E73DD4}">
      <dgm:prSet/>
      <dgm:spPr/>
      <dgm:t>
        <a:bodyPr/>
        <a:lstStyle/>
        <a:p>
          <a:endParaRPr lang="en-US"/>
        </a:p>
      </dgm:t>
    </dgm:pt>
    <dgm:pt modelId="{6C302EE4-5717-4819-80BC-9809ED1AF246}">
      <dgm:prSet/>
      <dgm:spPr/>
      <dgm:t>
        <a:bodyPr/>
        <a:lstStyle/>
        <a:p>
          <a:r>
            <a:rPr lang="en-GB" dirty="0"/>
            <a:t>Retraction Watch integration provides scientific reliability, by avoiding unreliable content</a:t>
          </a:r>
          <a:endParaRPr lang="en-US" dirty="0"/>
        </a:p>
      </dgm:t>
    </dgm:pt>
    <dgm:pt modelId="{201F8946-D011-45CD-97E3-4D772402E4C9}" type="parTrans" cxnId="{B1A41D93-D875-420D-9885-A6CE22AB4975}">
      <dgm:prSet/>
      <dgm:spPr/>
      <dgm:t>
        <a:bodyPr/>
        <a:lstStyle/>
        <a:p>
          <a:endParaRPr lang="en-US"/>
        </a:p>
      </dgm:t>
    </dgm:pt>
    <dgm:pt modelId="{97D6A388-D8C3-4499-A42B-E1651729AB9A}" type="sibTrans" cxnId="{B1A41D93-D875-420D-9885-A6CE22AB4975}">
      <dgm:prSet/>
      <dgm:spPr/>
      <dgm:t>
        <a:bodyPr/>
        <a:lstStyle/>
        <a:p>
          <a:endParaRPr lang="en-US"/>
        </a:p>
      </dgm:t>
    </dgm:pt>
    <dgm:pt modelId="{82491074-9235-47D1-AF65-CE72E037F5CE}">
      <dgm:prSet/>
      <dgm:spPr/>
      <dgm:t>
        <a:bodyPr/>
        <a:lstStyle/>
        <a:p>
          <a:r>
            <a:rPr lang="en-GB" dirty="0"/>
            <a:t>NLP support (topic modelling, clustering) helps researchers quickly understand large fields</a:t>
          </a:r>
          <a:endParaRPr lang="en-US" dirty="0"/>
        </a:p>
      </dgm:t>
    </dgm:pt>
    <dgm:pt modelId="{04769496-6720-4D72-A549-6978A31AF8D7}" type="parTrans" cxnId="{1948368E-A960-488C-8A39-DFCA7530F600}">
      <dgm:prSet/>
      <dgm:spPr/>
      <dgm:t>
        <a:bodyPr/>
        <a:lstStyle/>
        <a:p>
          <a:endParaRPr lang="en-US"/>
        </a:p>
      </dgm:t>
    </dgm:pt>
    <dgm:pt modelId="{C9021CB1-A871-450C-B08C-48465FD80DBC}" type="sibTrans" cxnId="{1948368E-A960-488C-8A39-DFCA7530F600}">
      <dgm:prSet/>
      <dgm:spPr/>
      <dgm:t>
        <a:bodyPr/>
        <a:lstStyle/>
        <a:p>
          <a:endParaRPr lang="en-US"/>
        </a:p>
      </dgm:t>
    </dgm:pt>
    <dgm:pt modelId="{731A4115-4CE3-453E-94FF-2BA1A67C819D}" type="pres">
      <dgm:prSet presAssocID="{F9B297C3-418F-4351-98AE-79AADB1895F4}" presName="root" presStyleCnt="0">
        <dgm:presLayoutVars>
          <dgm:dir/>
          <dgm:resizeHandles val="exact"/>
        </dgm:presLayoutVars>
      </dgm:prSet>
      <dgm:spPr/>
    </dgm:pt>
    <dgm:pt modelId="{3345FC84-84C7-4837-A921-DE0F88066374}" type="pres">
      <dgm:prSet presAssocID="{96262AD6-04AE-4E97-A9D9-916FED3F09A0}" presName="compNode" presStyleCnt="0"/>
      <dgm:spPr/>
    </dgm:pt>
    <dgm:pt modelId="{3442A1A1-AF89-4C47-8532-D94CF91CA1FC}" type="pres">
      <dgm:prSet presAssocID="{96262AD6-04AE-4E97-A9D9-916FED3F09A0}" presName="bgRect" presStyleLbl="bgShp" presStyleIdx="0" presStyleCnt="4"/>
      <dgm:spPr/>
    </dgm:pt>
    <dgm:pt modelId="{B14040EB-1A96-42D1-B28D-694CA74D3E5A}" type="pres">
      <dgm:prSet presAssocID="{96262AD6-04AE-4E97-A9D9-916FED3F09A0}" presName="iconRect" presStyleLbl="node1" presStyleIdx="0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0BFE8077-48D2-44BF-A8B1-5CF25904CF6A}" type="pres">
      <dgm:prSet presAssocID="{96262AD6-04AE-4E97-A9D9-916FED3F09A0}" presName="spaceRect" presStyleCnt="0"/>
      <dgm:spPr/>
    </dgm:pt>
    <dgm:pt modelId="{CC9D7F3C-F23F-4B47-BA7F-13261AA66DE4}" type="pres">
      <dgm:prSet presAssocID="{96262AD6-04AE-4E97-A9D9-916FED3F09A0}" presName="parTx" presStyleLbl="revTx" presStyleIdx="0" presStyleCnt="4">
        <dgm:presLayoutVars>
          <dgm:chMax val="0"/>
          <dgm:chPref val="0"/>
        </dgm:presLayoutVars>
      </dgm:prSet>
      <dgm:spPr/>
    </dgm:pt>
    <dgm:pt modelId="{A163B7C8-5E7F-4EEE-8D3A-7C55D547E50B}" type="pres">
      <dgm:prSet presAssocID="{D2367E26-80A5-49F0-86D4-47754E381F6D}" presName="sibTrans" presStyleCnt="0"/>
      <dgm:spPr/>
    </dgm:pt>
    <dgm:pt modelId="{6982DB67-567C-4ADE-BA86-B5F56DD04169}" type="pres">
      <dgm:prSet presAssocID="{7F85BE50-B7E1-477E-AEEE-6505AC7D0900}" presName="compNode" presStyleCnt="0"/>
      <dgm:spPr/>
    </dgm:pt>
    <dgm:pt modelId="{A3E2A3AC-75F0-47E8-B9B1-9C4CB53715FD}" type="pres">
      <dgm:prSet presAssocID="{7F85BE50-B7E1-477E-AEEE-6505AC7D0900}" presName="bgRect" presStyleLbl="bgShp" presStyleIdx="1" presStyleCnt="4"/>
      <dgm:spPr/>
    </dgm:pt>
    <dgm:pt modelId="{EE04583E-A162-41F5-90E2-DA3BD8D6F8FD}" type="pres">
      <dgm:prSet presAssocID="{7F85BE50-B7E1-477E-AEEE-6505AC7D0900}" presName="iconRect" presStyleLbl="node1" presStyleIdx="1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57419F5C-6A1E-423C-BD98-8A2072AB80B4}" type="pres">
      <dgm:prSet presAssocID="{7F85BE50-B7E1-477E-AEEE-6505AC7D0900}" presName="spaceRect" presStyleCnt="0"/>
      <dgm:spPr/>
    </dgm:pt>
    <dgm:pt modelId="{5417F9BE-EBED-4B6D-AFBE-52F651CBD52F}" type="pres">
      <dgm:prSet presAssocID="{7F85BE50-B7E1-477E-AEEE-6505AC7D0900}" presName="parTx" presStyleLbl="revTx" presStyleIdx="1" presStyleCnt="4">
        <dgm:presLayoutVars>
          <dgm:chMax val="0"/>
          <dgm:chPref val="0"/>
        </dgm:presLayoutVars>
      </dgm:prSet>
      <dgm:spPr/>
    </dgm:pt>
    <dgm:pt modelId="{B79284B8-4ABC-41C9-9A85-B5FBA9F7C210}" type="pres">
      <dgm:prSet presAssocID="{B5653083-40D2-4B75-A738-4A2D333D21FC}" presName="sibTrans" presStyleCnt="0"/>
      <dgm:spPr/>
    </dgm:pt>
    <dgm:pt modelId="{8F793615-9D2F-4EDC-8CC4-B31B77433FA5}" type="pres">
      <dgm:prSet presAssocID="{6C302EE4-5717-4819-80BC-9809ED1AF246}" presName="compNode" presStyleCnt="0"/>
      <dgm:spPr/>
    </dgm:pt>
    <dgm:pt modelId="{35A04A7E-483C-47A9-9B42-EF9D666EFF9F}" type="pres">
      <dgm:prSet presAssocID="{6C302EE4-5717-4819-80BC-9809ED1AF246}" presName="bgRect" presStyleLbl="bgShp" presStyleIdx="2" presStyleCnt="4"/>
      <dgm:spPr/>
    </dgm:pt>
    <dgm:pt modelId="{8755794B-83F8-4341-B73C-FD8BF37A6162}" type="pres">
      <dgm:prSet presAssocID="{6C302EE4-5717-4819-80BC-9809ED1AF246}" presName="iconRect" presStyleLbl="node1" presStyleIdx="2" presStyleCnt="4"/>
      <dgm:spPr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</dgm:spPr>
    </dgm:pt>
    <dgm:pt modelId="{494F4B87-E5C3-488D-869F-7A266286AE9D}" type="pres">
      <dgm:prSet presAssocID="{6C302EE4-5717-4819-80BC-9809ED1AF246}" presName="spaceRect" presStyleCnt="0"/>
      <dgm:spPr/>
    </dgm:pt>
    <dgm:pt modelId="{F2A687F5-C4C9-4757-B506-55259575360B}" type="pres">
      <dgm:prSet presAssocID="{6C302EE4-5717-4819-80BC-9809ED1AF246}" presName="parTx" presStyleLbl="revTx" presStyleIdx="2" presStyleCnt="4">
        <dgm:presLayoutVars>
          <dgm:chMax val="0"/>
          <dgm:chPref val="0"/>
        </dgm:presLayoutVars>
      </dgm:prSet>
      <dgm:spPr/>
    </dgm:pt>
    <dgm:pt modelId="{FBE57797-07F5-4E7F-BFBF-8DF251EB299F}" type="pres">
      <dgm:prSet presAssocID="{97D6A388-D8C3-4499-A42B-E1651729AB9A}" presName="sibTrans" presStyleCnt="0"/>
      <dgm:spPr/>
    </dgm:pt>
    <dgm:pt modelId="{5FEE8348-E26D-4665-B2A1-BE67FD3282C3}" type="pres">
      <dgm:prSet presAssocID="{82491074-9235-47D1-AF65-CE72E037F5CE}" presName="compNode" presStyleCnt="0"/>
      <dgm:spPr/>
    </dgm:pt>
    <dgm:pt modelId="{099C9F2F-8348-451B-9B4B-DBF9E2E3CD0C}" type="pres">
      <dgm:prSet presAssocID="{82491074-9235-47D1-AF65-CE72E037F5CE}" presName="bgRect" presStyleLbl="bgShp" presStyleIdx="3" presStyleCnt="4"/>
      <dgm:spPr/>
    </dgm:pt>
    <dgm:pt modelId="{D6967780-BB09-423C-9A92-F455F6BFCB25}" type="pres">
      <dgm:prSet presAssocID="{82491074-9235-47D1-AF65-CE72E037F5CE}" presName="iconRect" presStyleLbl="node1" presStyleIdx="3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5586A71-B06D-4AFA-B45E-4E570990CCD4}" type="pres">
      <dgm:prSet presAssocID="{82491074-9235-47D1-AF65-CE72E037F5CE}" presName="spaceRect" presStyleCnt="0"/>
      <dgm:spPr/>
    </dgm:pt>
    <dgm:pt modelId="{0E5CF833-3351-42F4-B3F5-50489C870AB5}" type="pres">
      <dgm:prSet presAssocID="{82491074-9235-47D1-AF65-CE72E037F5C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67C423-0677-4E43-B535-566E8969D169}" type="presOf" srcId="{96262AD6-04AE-4E97-A9D9-916FED3F09A0}" destId="{CC9D7F3C-F23F-4B47-BA7F-13261AA66DE4}" srcOrd="0" destOrd="0" presId="urn:microsoft.com/office/officeart/2018/2/layout/IconVerticalSolidList"/>
    <dgm:cxn modelId="{C2E8D63E-2D37-48C9-8B70-ACE57BCAFE2A}" type="presOf" srcId="{F9B297C3-418F-4351-98AE-79AADB1895F4}" destId="{731A4115-4CE3-453E-94FF-2BA1A67C819D}" srcOrd="0" destOrd="0" presId="urn:microsoft.com/office/officeart/2018/2/layout/IconVerticalSolidList"/>
    <dgm:cxn modelId="{796BAB6A-C3BA-4FC2-B9CF-B58F578FB314}" srcId="{F9B297C3-418F-4351-98AE-79AADB1895F4}" destId="{96262AD6-04AE-4E97-A9D9-916FED3F09A0}" srcOrd="0" destOrd="0" parTransId="{38547590-DB96-42D9-9DBD-441B90EF7C2B}" sibTransId="{D2367E26-80A5-49F0-86D4-47754E381F6D}"/>
    <dgm:cxn modelId="{251F7254-2346-4DA9-B844-D99FCDF77336}" type="presOf" srcId="{82491074-9235-47D1-AF65-CE72E037F5CE}" destId="{0E5CF833-3351-42F4-B3F5-50489C870AB5}" srcOrd="0" destOrd="0" presId="urn:microsoft.com/office/officeart/2018/2/layout/IconVerticalSolidList"/>
    <dgm:cxn modelId="{1948368E-A960-488C-8A39-DFCA7530F600}" srcId="{F9B297C3-418F-4351-98AE-79AADB1895F4}" destId="{82491074-9235-47D1-AF65-CE72E037F5CE}" srcOrd="3" destOrd="0" parTransId="{04769496-6720-4D72-A549-6978A31AF8D7}" sibTransId="{C9021CB1-A871-450C-B08C-48465FD80DBC}"/>
    <dgm:cxn modelId="{B1A41D93-D875-420D-9885-A6CE22AB4975}" srcId="{F9B297C3-418F-4351-98AE-79AADB1895F4}" destId="{6C302EE4-5717-4819-80BC-9809ED1AF246}" srcOrd="2" destOrd="0" parTransId="{201F8946-D011-45CD-97E3-4D772402E4C9}" sibTransId="{97D6A388-D8C3-4499-A42B-E1651729AB9A}"/>
    <dgm:cxn modelId="{06B97A9D-BAB2-4EAC-8605-425862C2982F}" type="presOf" srcId="{7F85BE50-B7E1-477E-AEEE-6505AC7D0900}" destId="{5417F9BE-EBED-4B6D-AFBE-52F651CBD52F}" srcOrd="0" destOrd="0" presId="urn:microsoft.com/office/officeart/2018/2/layout/IconVerticalSolidList"/>
    <dgm:cxn modelId="{2CAA3EDD-1573-4A2F-8EC3-90BCCCBA5B8F}" type="presOf" srcId="{6C302EE4-5717-4819-80BC-9809ED1AF246}" destId="{F2A687F5-C4C9-4757-B506-55259575360B}" srcOrd="0" destOrd="0" presId="urn:microsoft.com/office/officeart/2018/2/layout/IconVerticalSolidList"/>
    <dgm:cxn modelId="{AE67C6FD-AD0C-460F-808A-493808E73DD4}" srcId="{F9B297C3-418F-4351-98AE-79AADB1895F4}" destId="{7F85BE50-B7E1-477E-AEEE-6505AC7D0900}" srcOrd="1" destOrd="0" parTransId="{82E8083D-8D2D-4779-BCD2-A0951F5A6998}" sibTransId="{B5653083-40D2-4B75-A738-4A2D333D21FC}"/>
    <dgm:cxn modelId="{582FAE2F-78F0-4D5C-9FCF-BA3E86A6BD89}" type="presParOf" srcId="{731A4115-4CE3-453E-94FF-2BA1A67C819D}" destId="{3345FC84-84C7-4837-A921-DE0F88066374}" srcOrd="0" destOrd="0" presId="urn:microsoft.com/office/officeart/2018/2/layout/IconVerticalSolidList"/>
    <dgm:cxn modelId="{F668511E-6241-46E0-A93E-DFB14F06CCB9}" type="presParOf" srcId="{3345FC84-84C7-4837-A921-DE0F88066374}" destId="{3442A1A1-AF89-4C47-8532-D94CF91CA1FC}" srcOrd="0" destOrd="0" presId="urn:microsoft.com/office/officeart/2018/2/layout/IconVerticalSolidList"/>
    <dgm:cxn modelId="{E5809F71-21F8-46AC-BFBB-9840E8AFE126}" type="presParOf" srcId="{3345FC84-84C7-4837-A921-DE0F88066374}" destId="{B14040EB-1A96-42D1-B28D-694CA74D3E5A}" srcOrd="1" destOrd="0" presId="urn:microsoft.com/office/officeart/2018/2/layout/IconVerticalSolidList"/>
    <dgm:cxn modelId="{C00F337E-CA89-4E21-82E5-8504AC3EC870}" type="presParOf" srcId="{3345FC84-84C7-4837-A921-DE0F88066374}" destId="{0BFE8077-48D2-44BF-A8B1-5CF25904CF6A}" srcOrd="2" destOrd="0" presId="urn:microsoft.com/office/officeart/2018/2/layout/IconVerticalSolidList"/>
    <dgm:cxn modelId="{57E6FFEF-D4E2-4462-9A9D-4D208528CA39}" type="presParOf" srcId="{3345FC84-84C7-4837-A921-DE0F88066374}" destId="{CC9D7F3C-F23F-4B47-BA7F-13261AA66DE4}" srcOrd="3" destOrd="0" presId="urn:microsoft.com/office/officeart/2018/2/layout/IconVerticalSolidList"/>
    <dgm:cxn modelId="{04863D67-BDE7-4486-842A-AC1536951A58}" type="presParOf" srcId="{731A4115-4CE3-453E-94FF-2BA1A67C819D}" destId="{A163B7C8-5E7F-4EEE-8D3A-7C55D547E50B}" srcOrd="1" destOrd="0" presId="urn:microsoft.com/office/officeart/2018/2/layout/IconVerticalSolidList"/>
    <dgm:cxn modelId="{82F258E0-0639-4AAF-B32D-6BD2FE268B67}" type="presParOf" srcId="{731A4115-4CE3-453E-94FF-2BA1A67C819D}" destId="{6982DB67-567C-4ADE-BA86-B5F56DD04169}" srcOrd="2" destOrd="0" presId="urn:microsoft.com/office/officeart/2018/2/layout/IconVerticalSolidList"/>
    <dgm:cxn modelId="{3C7FD86E-594D-45A0-89BB-FE3E912A7620}" type="presParOf" srcId="{6982DB67-567C-4ADE-BA86-B5F56DD04169}" destId="{A3E2A3AC-75F0-47E8-B9B1-9C4CB53715FD}" srcOrd="0" destOrd="0" presId="urn:microsoft.com/office/officeart/2018/2/layout/IconVerticalSolidList"/>
    <dgm:cxn modelId="{63A074A9-A9E1-4943-AEF8-9A1C2935C43C}" type="presParOf" srcId="{6982DB67-567C-4ADE-BA86-B5F56DD04169}" destId="{EE04583E-A162-41F5-90E2-DA3BD8D6F8FD}" srcOrd="1" destOrd="0" presId="urn:microsoft.com/office/officeart/2018/2/layout/IconVerticalSolidList"/>
    <dgm:cxn modelId="{86C7973A-18E4-495C-90AA-0CDA0A1DF5DF}" type="presParOf" srcId="{6982DB67-567C-4ADE-BA86-B5F56DD04169}" destId="{57419F5C-6A1E-423C-BD98-8A2072AB80B4}" srcOrd="2" destOrd="0" presId="urn:microsoft.com/office/officeart/2018/2/layout/IconVerticalSolidList"/>
    <dgm:cxn modelId="{7A9FD3AB-0DC4-4E6F-B894-5EB4CE98DC07}" type="presParOf" srcId="{6982DB67-567C-4ADE-BA86-B5F56DD04169}" destId="{5417F9BE-EBED-4B6D-AFBE-52F651CBD52F}" srcOrd="3" destOrd="0" presId="urn:microsoft.com/office/officeart/2018/2/layout/IconVerticalSolidList"/>
    <dgm:cxn modelId="{F01B0808-633C-49AB-8845-40BEE64C5F3F}" type="presParOf" srcId="{731A4115-4CE3-453E-94FF-2BA1A67C819D}" destId="{B79284B8-4ABC-41C9-9A85-B5FBA9F7C210}" srcOrd="3" destOrd="0" presId="urn:microsoft.com/office/officeart/2018/2/layout/IconVerticalSolidList"/>
    <dgm:cxn modelId="{EA9A7DCB-F5FA-44B3-A228-AED91082CC41}" type="presParOf" srcId="{731A4115-4CE3-453E-94FF-2BA1A67C819D}" destId="{8F793615-9D2F-4EDC-8CC4-B31B77433FA5}" srcOrd="4" destOrd="0" presId="urn:microsoft.com/office/officeart/2018/2/layout/IconVerticalSolidList"/>
    <dgm:cxn modelId="{FCA3BDDB-BF2A-4678-8FBA-137DF8AC4526}" type="presParOf" srcId="{8F793615-9D2F-4EDC-8CC4-B31B77433FA5}" destId="{35A04A7E-483C-47A9-9B42-EF9D666EFF9F}" srcOrd="0" destOrd="0" presId="urn:microsoft.com/office/officeart/2018/2/layout/IconVerticalSolidList"/>
    <dgm:cxn modelId="{0DF5CA72-3A0C-486A-B1A9-EF48A13F330D}" type="presParOf" srcId="{8F793615-9D2F-4EDC-8CC4-B31B77433FA5}" destId="{8755794B-83F8-4341-B73C-FD8BF37A6162}" srcOrd="1" destOrd="0" presId="urn:microsoft.com/office/officeart/2018/2/layout/IconVerticalSolidList"/>
    <dgm:cxn modelId="{2E4C20EC-8B07-420E-A3AB-8967CEE08075}" type="presParOf" srcId="{8F793615-9D2F-4EDC-8CC4-B31B77433FA5}" destId="{494F4B87-E5C3-488D-869F-7A266286AE9D}" srcOrd="2" destOrd="0" presId="urn:microsoft.com/office/officeart/2018/2/layout/IconVerticalSolidList"/>
    <dgm:cxn modelId="{BD076B49-7F35-46A0-A83B-9F3AF3397331}" type="presParOf" srcId="{8F793615-9D2F-4EDC-8CC4-B31B77433FA5}" destId="{F2A687F5-C4C9-4757-B506-55259575360B}" srcOrd="3" destOrd="0" presId="urn:microsoft.com/office/officeart/2018/2/layout/IconVerticalSolidList"/>
    <dgm:cxn modelId="{33DC90BE-E29A-4ACB-A6C8-DC76B6379B53}" type="presParOf" srcId="{731A4115-4CE3-453E-94FF-2BA1A67C819D}" destId="{FBE57797-07F5-4E7F-BFBF-8DF251EB299F}" srcOrd="5" destOrd="0" presId="urn:microsoft.com/office/officeart/2018/2/layout/IconVerticalSolidList"/>
    <dgm:cxn modelId="{5FA9CD9B-A34C-4E64-9F72-30B81C723DF2}" type="presParOf" srcId="{731A4115-4CE3-453E-94FF-2BA1A67C819D}" destId="{5FEE8348-E26D-4665-B2A1-BE67FD3282C3}" srcOrd="6" destOrd="0" presId="urn:microsoft.com/office/officeart/2018/2/layout/IconVerticalSolidList"/>
    <dgm:cxn modelId="{1BB48998-B5E1-4B35-BC12-6FCFC672C8D1}" type="presParOf" srcId="{5FEE8348-E26D-4665-B2A1-BE67FD3282C3}" destId="{099C9F2F-8348-451B-9B4B-DBF9E2E3CD0C}" srcOrd="0" destOrd="0" presId="urn:microsoft.com/office/officeart/2018/2/layout/IconVerticalSolidList"/>
    <dgm:cxn modelId="{C119041E-ECC3-4A3D-AE8E-93E96F28DFD3}" type="presParOf" srcId="{5FEE8348-E26D-4665-B2A1-BE67FD3282C3}" destId="{D6967780-BB09-423C-9A92-F455F6BFCB25}" srcOrd="1" destOrd="0" presId="urn:microsoft.com/office/officeart/2018/2/layout/IconVerticalSolidList"/>
    <dgm:cxn modelId="{B6EAD5AA-2574-45B1-AEC9-7F8F81D4A84B}" type="presParOf" srcId="{5FEE8348-E26D-4665-B2A1-BE67FD3282C3}" destId="{75586A71-B06D-4AFA-B45E-4E570990CCD4}" srcOrd="2" destOrd="0" presId="urn:microsoft.com/office/officeart/2018/2/layout/IconVerticalSolidList"/>
    <dgm:cxn modelId="{DBCAE5B1-29EA-4AD0-A2AE-1E5FD0BC0FA9}" type="presParOf" srcId="{5FEE8348-E26D-4665-B2A1-BE67FD3282C3}" destId="{0E5CF833-3351-42F4-B3F5-50489C870A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35A8F0-82DD-4CB7-BA42-B5CFC2B73BF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7E3C0-430C-4482-A8E8-EB680EF1F25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 1 – Explore outward from small set of papers</a:t>
          </a:r>
          <a:endParaRPr lang="en-US"/>
        </a:p>
      </dgm:t>
    </dgm:pt>
    <dgm:pt modelId="{492ED791-68D0-4B92-93D4-DC3EF3773D03}" type="parTrans" cxnId="{9F15C908-B713-4479-B9F5-F93D3E3ADD64}">
      <dgm:prSet/>
      <dgm:spPr/>
      <dgm:t>
        <a:bodyPr/>
        <a:lstStyle/>
        <a:p>
          <a:endParaRPr lang="en-US"/>
        </a:p>
      </dgm:t>
    </dgm:pt>
    <dgm:pt modelId="{06F46C21-AC01-4970-BE33-5EF5EF569486}" type="sibTrans" cxnId="{9F15C908-B713-4479-B9F5-F93D3E3ADD64}">
      <dgm:prSet/>
      <dgm:spPr/>
      <dgm:t>
        <a:bodyPr/>
        <a:lstStyle/>
        <a:p>
          <a:endParaRPr lang="en-US"/>
        </a:p>
      </dgm:t>
    </dgm:pt>
    <dgm:pt modelId="{A2654A03-D658-4BB1-A9FB-1D1354F7632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Starts with one or a few key papers</a:t>
          </a:r>
          <a:endParaRPr lang="en-US"/>
        </a:p>
      </dgm:t>
    </dgm:pt>
    <dgm:pt modelId="{85E83E1F-9453-4465-97A7-B3D270916E00}" type="parTrans" cxnId="{E198FFC7-997E-402B-8376-8226A0D47AD4}">
      <dgm:prSet/>
      <dgm:spPr/>
      <dgm:t>
        <a:bodyPr/>
        <a:lstStyle/>
        <a:p>
          <a:endParaRPr lang="en-US"/>
        </a:p>
      </dgm:t>
    </dgm:pt>
    <dgm:pt modelId="{411A2BE8-A217-4176-B382-E880A7F8F517}" type="sibTrans" cxnId="{E198FFC7-997E-402B-8376-8226A0D47AD4}">
      <dgm:prSet/>
      <dgm:spPr/>
      <dgm:t>
        <a:bodyPr/>
        <a:lstStyle/>
        <a:p>
          <a:endParaRPr lang="en-US"/>
        </a:p>
      </dgm:t>
    </dgm:pt>
    <dgm:pt modelId="{7B6EAB86-ACEF-40E0-8FA6-BE2364B4746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System automatically finds related papers and expands the literature network</a:t>
          </a:r>
          <a:endParaRPr lang="en-US"/>
        </a:p>
      </dgm:t>
    </dgm:pt>
    <dgm:pt modelId="{A3B34710-91BB-47B8-AA7F-2E33EAFCB3AC}" type="parTrans" cxnId="{72EBFD25-7ADA-42DF-9E75-056950B4E92E}">
      <dgm:prSet/>
      <dgm:spPr/>
      <dgm:t>
        <a:bodyPr/>
        <a:lstStyle/>
        <a:p>
          <a:endParaRPr lang="en-US"/>
        </a:p>
      </dgm:t>
    </dgm:pt>
    <dgm:pt modelId="{2868717D-328E-44F9-AAC1-8971BDF12046}" type="sibTrans" cxnId="{72EBFD25-7ADA-42DF-9E75-056950B4E92E}">
      <dgm:prSet/>
      <dgm:spPr/>
      <dgm:t>
        <a:bodyPr/>
        <a:lstStyle/>
        <a:p>
          <a:endParaRPr lang="en-US"/>
        </a:p>
      </dgm:t>
    </dgm:pt>
    <dgm:pt modelId="{60BCCAF1-943A-4FF6-A8BA-34E588DF760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 2 – Local papers everywhere</a:t>
          </a:r>
          <a:endParaRPr lang="en-US"/>
        </a:p>
      </dgm:t>
    </dgm:pt>
    <dgm:pt modelId="{7A63A986-21A7-41EC-B85C-8D3AB073B771}" type="parTrans" cxnId="{2B725D7E-658E-4E67-A43A-9DFB5DD89FB1}">
      <dgm:prSet/>
      <dgm:spPr/>
      <dgm:t>
        <a:bodyPr/>
        <a:lstStyle/>
        <a:p>
          <a:endParaRPr lang="en-US"/>
        </a:p>
      </dgm:t>
    </dgm:pt>
    <dgm:pt modelId="{BCFF5ADA-5E69-423B-8C9C-8BDE45CC3C71}" type="sibTrans" cxnId="{2B725D7E-658E-4E67-A43A-9DFB5DD89FB1}">
      <dgm:prSet/>
      <dgm:spPr/>
      <dgm:t>
        <a:bodyPr/>
        <a:lstStyle/>
        <a:p>
          <a:endParaRPr lang="en-US"/>
        </a:p>
      </dgm:t>
    </dgm:pt>
    <dgm:pt modelId="{10793C84-DAC6-4E66-99D4-C5EA097D314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Has PDFs scattered across folders and device</a:t>
          </a:r>
          <a:endParaRPr lang="en-US"/>
        </a:p>
      </dgm:t>
    </dgm:pt>
    <dgm:pt modelId="{0E560D92-15BC-4E41-A372-7F8143A5F198}" type="parTrans" cxnId="{0F5E8DE2-12F9-48CA-9C63-5866366F37DF}">
      <dgm:prSet/>
      <dgm:spPr/>
      <dgm:t>
        <a:bodyPr/>
        <a:lstStyle/>
        <a:p>
          <a:endParaRPr lang="en-US"/>
        </a:p>
      </dgm:t>
    </dgm:pt>
    <dgm:pt modelId="{F96900B4-359C-4D29-AB27-FC820018545F}" type="sibTrans" cxnId="{0F5E8DE2-12F9-48CA-9C63-5866366F37DF}">
      <dgm:prSet/>
      <dgm:spPr/>
      <dgm:t>
        <a:bodyPr/>
        <a:lstStyle/>
        <a:p>
          <a:endParaRPr lang="en-US"/>
        </a:p>
      </dgm:t>
    </dgm:pt>
    <dgm:pt modelId="{DA681B95-7855-4FE1-AA01-AFFFDA6F965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gathers them into one clean, organized library</a:t>
          </a:r>
          <a:endParaRPr lang="en-US"/>
        </a:p>
      </dgm:t>
    </dgm:pt>
    <dgm:pt modelId="{B9AAC311-4AB1-4AD8-B555-D034D4B73114}" type="parTrans" cxnId="{8C89B375-544B-4A0C-9BD7-A7C51A83DB91}">
      <dgm:prSet/>
      <dgm:spPr/>
      <dgm:t>
        <a:bodyPr/>
        <a:lstStyle/>
        <a:p>
          <a:endParaRPr lang="en-US"/>
        </a:p>
      </dgm:t>
    </dgm:pt>
    <dgm:pt modelId="{FD9347E5-3221-4815-9565-E5A1ED94541A}" type="sibTrans" cxnId="{8C89B375-544B-4A0C-9BD7-A7C51A83DB91}">
      <dgm:prSet/>
      <dgm:spPr/>
      <dgm:t>
        <a:bodyPr/>
        <a:lstStyle/>
        <a:p>
          <a:endParaRPr lang="en-US"/>
        </a:p>
      </dgm:t>
    </dgm:pt>
    <dgm:pt modelId="{BB58EFBE-5091-4AB7-8DFB-C35DCE1DAB0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 3 – Zotero researcher</a:t>
          </a:r>
          <a:endParaRPr lang="en-US"/>
        </a:p>
      </dgm:t>
    </dgm:pt>
    <dgm:pt modelId="{ABD76B9F-933A-479E-BFCA-38B7DE0D48EB}" type="parTrans" cxnId="{03B32F21-B864-43A7-9C82-D134ED254B59}">
      <dgm:prSet/>
      <dgm:spPr/>
      <dgm:t>
        <a:bodyPr/>
        <a:lstStyle/>
        <a:p>
          <a:endParaRPr lang="en-US"/>
        </a:p>
      </dgm:t>
    </dgm:pt>
    <dgm:pt modelId="{9E8FD24F-BF93-4B9C-BC7E-DBB041D52BA4}" type="sibTrans" cxnId="{03B32F21-B864-43A7-9C82-D134ED254B59}">
      <dgm:prSet/>
      <dgm:spPr/>
      <dgm:t>
        <a:bodyPr/>
        <a:lstStyle/>
        <a:p>
          <a:endParaRPr lang="en-US"/>
        </a:p>
      </dgm:t>
    </dgm:pt>
    <dgm:pt modelId="{574DB14A-A217-4620-B2EE-09EB3A80399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Keeps everything in Zotero</a:t>
          </a:r>
          <a:endParaRPr lang="en-US"/>
        </a:p>
      </dgm:t>
    </dgm:pt>
    <dgm:pt modelId="{FF3CF2EB-8085-437F-A4DB-6F766CD9FA56}" type="parTrans" cxnId="{292E712A-D405-4EE1-B939-EA83B5F60F63}">
      <dgm:prSet/>
      <dgm:spPr/>
      <dgm:t>
        <a:bodyPr/>
        <a:lstStyle/>
        <a:p>
          <a:endParaRPr lang="en-US"/>
        </a:p>
      </dgm:t>
    </dgm:pt>
    <dgm:pt modelId="{37B9D968-5A7E-45EA-AB3B-02A33DAFE7D4}" type="sibTrans" cxnId="{292E712A-D405-4EE1-B939-EA83B5F60F63}">
      <dgm:prSet/>
      <dgm:spPr/>
      <dgm:t>
        <a:bodyPr/>
        <a:lstStyle/>
        <a:p>
          <a:endParaRPr lang="en-US"/>
        </a:p>
      </dgm:t>
    </dgm:pt>
    <dgm:pt modelId="{ECFE813D-CEA8-4DEF-A028-11721FCF75B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builds a structured research library from any selected collection</a:t>
          </a:r>
          <a:endParaRPr lang="en-US"/>
        </a:p>
      </dgm:t>
    </dgm:pt>
    <dgm:pt modelId="{68A49C92-638C-4DE6-9FBA-B5E3E8C36C32}" type="parTrans" cxnId="{3AEBFD1D-B2DE-4F07-9BD9-2B2512C914E2}">
      <dgm:prSet/>
      <dgm:spPr/>
      <dgm:t>
        <a:bodyPr/>
        <a:lstStyle/>
        <a:p>
          <a:endParaRPr lang="en-US"/>
        </a:p>
      </dgm:t>
    </dgm:pt>
    <dgm:pt modelId="{69349F65-1CCC-4B39-94B6-AED90727AB77}" type="sibTrans" cxnId="{3AEBFD1D-B2DE-4F07-9BD9-2B2512C914E2}">
      <dgm:prSet/>
      <dgm:spPr/>
      <dgm:t>
        <a:bodyPr/>
        <a:lstStyle/>
        <a:p>
          <a:endParaRPr lang="en-US"/>
        </a:p>
      </dgm:t>
    </dgm:pt>
    <dgm:pt modelId="{9424A100-27AB-4A29-A3F4-BD9C405E06F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 4 – Hybrid collector</a:t>
          </a:r>
          <a:endParaRPr lang="en-US"/>
        </a:p>
      </dgm:t>
    </dgm:pt>
    <dgm:pt modelId="{1E1D128A-3E2B-45B3-9C36-7B8DD8DE81FF}" type="parTrans" cxnId="{145F60E3-B663-44CE-9A20-5C65ED73CAB9}">
      <dgm:prSet/>
      <dgm:spPr/>
      <dgm:t>
        <a:bodyPr/>
        <a:lstStyle/>
        <a:p>
          <a:endParaRPr lang="en-US"/>
        </a:p>
      </dgm:t>
    </dgm:pt>
    <dgm:pt modelId="{9BBD9F92-917E-4E5F-AFB4-CF9E6A1D722B}" type="sibTrans" cxnId="{145F60E3-B663-44CE-9A20-5C65ED73CAB9}">
      <dgm:prSet/>
      <dgm:spPr/>
      <dgm:t>
        <a:bodyPr/>
        <a:lstStyle/>
        <a:p>
          <a:endParaRPr lang="en-US"/>
        </a:p>
      </dgm:t>
    </dgm:pt>
    <dgm:pt modelId="{BFA8496B-5396-49D2-AF81-D10A1F77A42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Uses both Zotero and local files</a:t>
          </a:r>
          <a:endParaRPr lang="en-US"/>
        </a:p>
      </dgm:t>
    </dgm:pt>
    <dgm:pt modelId="{1E8E34A1-936C-4232-B851-06B6D8A2934B}" type="parTrans" cxnId="{8A222ABC-D574-42DD-AAE9-014B4FDDD568}">
      <dgm:prSet/>
      <dgm:spPr/>
      <dgm:t>
        <a:bodyPr/>
        <a:lstStyle/>
        <a:p>
          <a:endParaRPr lang="en-US"/>
        </a:p>
      </dgm:t>
    </dgm:pt>
    <dgm:pt modelId="{1F017A0D-5964-4DDD-8010-2A09F64F1B54}" type="sibTrans" cxnId="{8A222ABC-D574-42DD-AAE9-014B4FDDD568}">
      <dgm:prSet/>
      <dgm:spPr/>
      <dgm:t>
        <a:bodyPr/>
        <a:lstStyle/>
        <a:p>
          <a:endParaRPr lang="en-US"/>
        </a:p>
      </dgm:t>
    </dgm:pt>
    <dgm:pt modelId="{F2D2209D-9326-44BC-BFFF-8B67BF8AB34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merges both sources into one unified library</a:t>
          </a:r>
          <a:endParaRPr lang="en-US"/>
        </a:p>
      </dgm:t>
    </dgm:pt>
    <dgm:pt modelId="{6163D0C0-D461-46D7-AB96-A7A98C8A1CE2}" type="parTrans" cxnId="{0F11FD9A-64DA-4C96-9B42-C4A6BA3B41CD}">
      <dgm:prSet/>
      <dgm:spPr/>
      <dgm:t>
        <a:bodyPr/>
        <a:lstStyle/>
        <a:p>
          <a:endParaRPr lang="en-US"/>
        </a:p>
      </dgm:t>
    </dgm:pt>
    <dgm:pt modelId="{87A237B8-DC80-422A-A185-9FCC06A1A400}" type="sibTrans" cxnId="{0F11FD9A-64DA-4C96-9B42-C4A6BA3B41CD}">
      <dgm:prSet/>
      <dgm:spPr/>
      <dgm:t>
        <a:bodyPr/>
        <a:lstStyle/>
        <a:p>
          <a:endParaRPr lang="en-US"/>
        </a:p>
      </dgm:t>
    </dgm:pt>
    <dgm:pt modelId="{8566935F-ED3E-4975-8F60-B4F60486130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 5– Notes taker</a:t>
          </a:r>
          <a:endParaRPr lang="en-US"/>
        </a:p>
      </dgm:t>
    </dgm:pt>
    <dgm:pt modelId="{E7B7C765-976C-4EDB-B860-CE63035E6200}" type="parTrans" cxnId="{31B45438-CC60-4466-94F5-EF0AB9621DB0}">
      <dgm:prSet/>
      <dgm:spPr/>
      <dgm:t>
        <a:bodyPr/>
        <a:lstStyle/>
        <a:p>
          <a:endParaRPr lang="en-US"/>
        </a:p>
      </dgm:t>
    </dgm:pt>
    <dgm:pt modelId="{DB5C55C5-98A2-4A9E-BC99-F2F3095B30AD}" type="sibTrans" cxnId="{31B45438-CC60-4466-94F5-EF0AB9621DB0}">
      <dgm:prSet/>
      <dgm:spPr/>
      <dgm:t>
        <a:bodyPr/>
        <a:lstStyle/>
        <a:p>
          <a:endParaRPr lang="en-US"/>
        </a:p>
      </dgm:t>
    </dgm:pt>
    <dgm:pt modelId="{BA5FBC05-B939-4B35-86FC-4E0423143FF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Wants papers and notes connected in one place</a:t>
          </a:r>
          <a:endParaRPr lang="en-US"/>
        </a:p>
      </dgm:t>
    </dgm:pt>
    <dgm:pt modelId="{7D9779F3-3628-474C-A248-225955370D96}" type="parTrans" cxnId="{4FAEF934-F840-4EF5-BC0E-EFE4E8DE2023}">
      <dgm:prSet/>
      <dgm:spPr/>
      <dgm:t>
        <a:bodyPr/>
        <a:lstStyle/>
        <a:p>
          <a:endParaRPr lang="en-US"/>
        </a:p>
      </dgm:t>
    </dgm:pt>
    <dgm:pt modelId="{7B4A55E8-221D-49FE-B3A2-31736E7D0C61}" type="sibTrans" cxnId="{4FAEF934-F840-4EF5-BC0E-EFE4E8DE2023}">
      <dgm:prSet/>
      <dgm:spPr/>
      <dgm:t>
        <a:bodyPr/>
        <a:lstStyle/>
        <a:p>
          <a:endParaRPr lang="en-US"/>
        </a:p>
      </dgm:t>
    </dgm:pt>
    <dgm:pt modelId="{95CFA3D5-B3EC-45D4-AC70-57AE612D170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creates an Obsidian vault where each paper has its own note page</a:t>
          </a:r>
          <a:endParaRPr lang="en-US"/>
        </a:p>
      </dgm:t>
    </dgm:pt>
    <dgm:pt modelId="{A35FF658-4D97-469B-A9CA-E0D89665F1D4}" type="parTrans" cxnId="{58261985-3526-4AD3-93A0-96846F21B1ED}">
      <dgm:prSet/>
      <dgm:spPr/>
      <dgm:t>
        <a:bodyPr/>
        <a:lstStyle/>
        <a:p>
          <a:endParaRPr lang="en-US"/>
        </a:p>
      </dgm:t>
    </dgm:pt>
    <dgm:pt modelId="{5D542602-CB12-4070-B7D9-82824607B2C7}" type="sibTrans" cxnId="{58261985-3526-4AD3-93A0-96846F21B1ED}">
      <dgm:prSet/>
      <dgm:spPr/>
      <dgm:t>
        <a:bodyPr/>
        <a:lstStyle/>
        <a:p>
          <a:endParaRPr lang="en-US"/>
        </a:p>
      </dgm:t>
    </dgm:pt>
    <dgm:pt modelId="{939121F9-91B9-4245-806D-537DA022A34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 6 – Needs topic overview</a:t>
          </a:r>
          <a:endParaRPr lang="en-US"/>
        </a:p>
      </dgm:t>
    </dgm:pt>
    <dgm:pt modelId="{02EC2F34-9783-4913-A491-C6ACC12B04AF}" type="parTrans" cxnId="{237D3FFE-7AB1-4C80-A265-C17BDF1F5CC2}">
      <dgm:prSet/>
      <dgm:spPr/>
      <dgm:t>
        <a:bodyPr/>
        <a:lstStyle/>
        <a:p>
          <a:endParaRPr lang="en-US"/>
        </a:p>
      </dgm:t>
    </dgm:pt>
    <dgm:pt modelId="{F0823589-F1AC-4DAC-A5C6-BFFB9F35541F}" type="sibTrans" cxnId="{237D3FFE-7AB1-4C80-A265-C17BDF1F5CC2}">
      <dgm:prSet/>
      <dgm:spPr/>
      <dgm:t>
        <a:bodyPr/>
        <a:lstStyle/>
        <a:p>
          <a:endParaRPr lang="en-US"/>
        </a:p>
      </dgm:t>
    </dgm:pt>
    <dgm:pt modelId="{B508273D-E103-49E6-964D-F166856568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Has many papers but no sense of structure</a:t>
          </a:r>
          <a:endParaRPr lang="en-US"/>
        </a:p>
      </dgm:t>
    </dgm:pt>
    <dgm:pt modelId="{1DB366F5-AE84-47ED-BE9E-2FF5D7F45D39}" type="parTrans" cxnId="{779A8F17-B312-4B49-8538-AC92873B2B15}">
      <dgm:prSet/>
      <dgm:spPr/>
      <dgm:t>
        <a:bodyPr/>
        <a:lstStyle/>
        <a:p>
          <a:endParaRPr lang="en-US"/>
        </a:p>
      </dgm:t>
    </dgm:pt>
    <dgm:pt modelId="{18AA6EE8-A15D-4E59-A785-5D753A0E0E8C}" type="sibTrans" cxnId="{779A8F17-B312-4B49-8538-AC92873B2B15}">
      <dgm:prSet/>
      <dgm:spPr/>
      <dgm:t>
        <a:bodyPr/>
        <a:lstStyle/>
        <a:p>
          <a:endParaRPr lang="en-US"/>
        </a:p>
      </dgm:t>
    </dgm:pt>
    <dgm:pt modelId="{23ED2547-9F66-4453-B977-9A5AF6952A4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groups them into clear topics and themes automatically</a:t>
          </a:r>
          <a:endParaRPr lang="en-US"/>
        </a:p>
      </dgm:t>
    </dgm:pt>
    <dgm:pt modelId="{5595A6CD-6EF6-46CB-9025-2E60AA3849B7}" type="parTrans" cxnId="{47D6C135-EAE2-4D14-B852-B84A4ADD8AA3}">
      <dgm:prSet/>
      <dgm:spPr/>
      <dgm:t>
        <a:bodyPr/>
        <a:lstStyle/>
        <a:p>
          <a:endParaRPr lang="en-US"/>
        </a:p>
      </dgm:t>
    </dgm:pt>
    <dgm:pt modelId="{C192671C-E50E-4BE8-B1C7-58DBD4AF2F93}" type="sibTrans" cxnId="{47D6C135-EAE2-4D14-B852-B84A4ADD8AA3}">
      <dgm:prSet/>
      <dgm:spPr/>
      <dgm:t>
        <a:bodyPr/>
        <a:lstStyle/>
        <a:p>
          <a:endParaRPr lang="en-US"/>
        </a:p>
      </dgm:t>
    </dgm:pt>
    <dgm:pt modelId="{DAE44E51-7E3F-41C3-BA29-86F77106053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 7 – Cares about reliability</a:t>
          </a:r>
          <a:endParaRPr lang="en-US"/>
        </a:p>
      </dgm:t>
    </dgm:pt>
    <dgm:pt modelId="{1995A0D6-E262-444A-931A-99ADDA7DC3EA}" type="parTrans" cxnId="{A238E624-2CEB-42A3-86EB-C96C1A0F4A5F}">
      <dgm:prSet/>
      <dgm:spPr/>
      <dgm:t>
        <a:bodyPr/>
        <a:lstStyle/>
        <a:p>
          <a:endParaRPr lang="en-US"/>
        </a:p>
      </dgm:t>
    </dgm:pt>
    <dgm:pt modelId="{4B364601-04AD-45BE-9DBE-5BA255285B19}" type="sibTrans" cxnId="{A238E624-2CEB-42A3-86EB-C96C1A0F4A5F}">
      <dgm:prSet/>
      <dgm:spPr/>
      <dgm:t>
        <a:bodyPr/>
        <a:lstStyle/>
        <a:p>
          <a:endParaRPr lang="en-US"/>
        </a:p>
      </dgm:t>
    </dgm:pt>
    <dgm:pt modelId="{D412901F-0053-400F-BC9E-6C918F94866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Wants to avoid low-quality or retracted research</a:t>
          </a:r>
          <a:endParaRPr lang="en-US"/>
        </a:p>
      </dgm:t>
    </dgm:pt>
    <dgm:pt modelId="{8C72FD58-353C-4D91-9BF4-21236C5C4ECC}" type="parTrans" cxnId="{F0F47F85-2B58-4E51-B828-B0A2BCA3AF39}">
      <dgm:prSet/>
      <dgm:spPr/>
      <dgm:t>
        <a:bodyPr/>
        <a:lstStyle/>
        <a:p>
          <a:endParaRPr lang="en-US"/>
        </a:p>
      </dgm:t>
    </dgm:pt>
    <dgm:pt modelId="{39C55C2D-6AA0-444F-98EF-A77E99CFAA55}" type="sibTrans" cxnId="{F0F47F85-2B58-4E51-B828-B0A2BCA3AF39}">
      <dgm:prSet/>
      <dgm:spPr/>
      <dgm:t>
        <a:bodyPr/>
        <a:lstStyle/>
        <a:p>
          <a:endParaRPr lang="en-US"/>
        </a:p>
      </dgm:t>
    </dgm:pt>
    <dgm:pt modelId="{C7B86E5A-6D09-489A-ADC2-9A4F1EE7278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highlights retractions.</a:t>
          </a:r>
          <a:endParaRPr lang="en-US"/>
        </a:p>
      </dgm:t>
    </dgm:pt>
    <dgm:pt modelId="{A86ECCB7-1350-4CCC-A37C-36D70E4B22CF}" type="parTrans" cxnId="{9CB1BC0D-39A2-475F-BAAF-B7D0917B244E}">
      <dgm:prSet/>
      <dgm:spPr/>
      <dgm:t>
        <a:bodyPr/>
        <a:lstStyle/>
        <a:p>
          <a:endParaRPr lang="en-US"/>
        </a:p>
      </dgm:t>
    </dgm:pt>
    <dgm:pt modelId="{EF90211F-14AD-41A7-B0B2-254FE616E242}" type="sibTrans" cxnId="{9CB1BC0D-39A2-475F-BAAF-B7D0917B244E}">
      <dgm:prSet/>
      <dgm:spPr/>
      <dgm:t>
        <a:bodyPr/>
        <a:lstStyle/>
        <a:p>
          <a:endParaRPr lang="en-US"/>
        </a:p>
      </dgm:t>
    </dgm:pt>
    <dgm:pt modelId="{FDAB66F4-1AFC-40B7-AB62-89B7869E1C8E}" type="pres">
      <dgm:prSet presAssocID="{D435A8F0-82DD-4CB7-BA42-B5CFC2B73BFD}" presName="root" presStyleCnt="0">
        <dgm:presLayoutVars>
          <dgm:dir/>
          <dgm:resizeHandles val="exact"/>
        </dgm:presLayoutVars>
      </dgm:prSet>
      <dgm:spPr/>
    </dgm:pt>
    <dgm:pt modelId="{446BA08E-C395-4266-BA4D-AE260447DC3B}" type="pres">
      <dgm:prSet presAssocID="{C8E7E3C0-430C-4482-A8E8-EB680EF1F25A}" presName="compNode" presStyleCnt="0"/>
      <dgm:spPr/>
    </dgm:pt>
    <dgm:pt modelId="{6B26894F-28AC-4738-9EFD-1BD17DCA5DD8}" type="pres">
      <dgm:prSet presAssocID="{C8E7E3C0-430C-4482-A8E8-EB680EF1F25A}" presName="bgRect" presStyleLbl="bgShp" presStyleIdx="0" presStyleCnt="7"/>
      <dgm:spPr/>
    </dgm:pt>
    <dgm:pt modelId="{81A0A1F4-3624-4DA0-8CDC-87FBA133840C}" type="pres">
      <dgm:prSet presAssocID="{C8E7E3C0-430C-4482-A8E8-EB680EF1F25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229A8B2-2CE0-4399-A400-1733A1F97086}" type="pres">
      <dgm:prSet presAssocID="{C8E7E3C0-430C-4482-A8E8-EB680EF1F25A}" presName="spaceRect" presStyleCnt="0"/>
      <dgm:spPr/>
    </dgm:pt>
    <dgm:pt modelId="{63EBF7FA-1082-4962-AA61-DAE47F41FD0A}" type="pres">
      <dgm:prSet presAssocID="{C8E7E3C0-430C-4482-A8E8-EB680EF1F25A}" presName="parTx" presStyleLbl="revTx" presStyleIdx="0" presStyleCnt="14">
        <dgm:presLayoutVars>
          <dgm:chMax val="0"/>
          <dgm:chPref val="0"/>
        </dgm:presLayoutVars>
      </dgm:prSet>
      <dgm:spPr/>
    </dgm:pt>
    <dgm:pt modelId="{A52A53C1-13D0-4A06-AB0D-2964843C533B}" type="pres">
      <dgm:prSet presAssocID="{C8E7E3C0-430C-4482-A8E8-EB680EF1F25A}" presName="desTx" presStyleLbl="revTx" presStyleIdx="1" presStyleCnt="14">
        <dgm:presLayoutVars/>
      </dgm:prSet>
      <dgm:spPr/>
    </dgm:pt>
    <dgm:pt modelId="{78E1C966-3D93-4E33-A7FF-69F77B037E54}" type="pres">
      <dgm:prSet presAssocID="{06F46C21-AC01-4970-BE33-5EF5EF569486}" presName="sibTrans" presStyleCnt="0"/>
      <dgm:spPr/>
    </dgm:pt>
    <dgm:pt modelId="{C28D44E9-9DB7-41DA-A368-A644436C4858}" type="pres">
      <dgm:prSet presAssocID="{60BCCAF1-943A-4FF6-A8BA-34E588DF760C}" presName="compNode" presStyleCnt="0"/>
      <dgm:spPr/>
    </dgm:pt>
    <dgm:pt modelId="{0B313812-AB32-47A6-88DE-89561F92CB55}" type="pres">
      <dgm:prSet presAssocID="{60BCCAF1-943A-4FF6-A8BA-34E588DF760C}" presName="bgRect" presStyleLbl="bgShp" presStyleIdx="1" presStyleCnt="7"/>
      <dgm:spPr/>
    </dgm:pt>
    <dgm:pt modelId="{135AADE9-3BCB-4A26-83E5-ED83EA6F4576}" type="pres">
      <dgm:prSet presAssocID="{60BCCAF1-943A-4FF6-A8BA-34E588DF760C}" presName="iconRect" presStyleLbl="node1" presStyleIdx="1" presStyleCnt="7"/>
      <dgm:spPr>
        <a:blipFill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  <dgm:pt modelId="{5F0339AD-0171-4E1A-B279-6136417E69BC}" type="pres">
      <dgm:prSet presAssocID="{60BCCAF1-943A-4FF6-A8BA-34E588DF760C}" presName="spaceRect" presStyleCnt="0"/>
      <dgm:spPr/>
    </dgm:pt>
    <dgm:pt modelId="{AB8E2C7F-8BBB-45FC-8CDC-433C0E05E91A}" type="pres">
      <dgm:prSet presAssocID="{60BCCAF1-943A-4FF6-A8BA-34E588DF760C}" presName="parTx" presStyleLbl="revTx" presStyleIdx="2" presStyleCnt="14">
        <dgm:presLayoutVars>
          <dgm:chMax val="0"/>
          <dgm:chPref val="0"/>
        </dgm:presLayoutVars>
      </dgm:prSet>
      <dgm:spPr/>
    </dgm:pt>
    <dgm:pt modelId="{99F82F62-06DD-45BA-834C-2E2142410FF7}" type="pres">
      <dgm:prSet presAssocID="{60BCCAF1-943A-4FF6-A8BA-34E588DF760C}" presName="desTx" presStyleLbl="revTx" presStyleIdx="3" presStyleCnt="14">
        <dgm:presLayoutVars/>
      </dgm:prSet>
      <dgm:spPr/>
    </dgm:pt>
    <dgm:pt modelId="{D3A7109F-4057-48EC-A330-DAE4CF48035C}" type="pres">
      <dgm:prSet presAssocID="{BCFF5ADA-5E69-423B-8C9C-8BDE45CC3C71}" presName="sibTrans" presStyleCnt="0"/>
      <dgm:spPr/>
    </dgm:pt>
    <dgm:pt modelId="{9054CD41-2926-4E13-8774-C9684042C8EB}" type="pres">
      <dgm:prSet presAssocID="{BB58EFBE-5091-4AB7-8DFB-C35DCE1DAB08}" presName="compNode" presStyleCnt="0"/>
      <dgm:spPr/>
    </dgm:pt>
    <dgm:pt modelId="{48C8C0C5-ADC3-4537-969D-334971599415}" type="pres">
      <dgm:prSet presAssocID="{BB58EFBE-5091-4AB7-8DFB-C35DCE1DAB08}" presName="bgRect" presStyleLbl="bgShp" presStyleIdx="2" presStyleCnt="7"/>
      <dgm:spPr/>
    </dgm:pt>
    <dgm:pt modelId="{B3CAF070-7BDA-4D3C-977C-169798C7D9F3}" type="pres">
      <dgm:prSet presAssocID="{BB58EFBE-5091-4AB7-8DFB-C35DCE1DAB08}" presName="iconRect" presStyleLbl="node1" presStyleIdx="2" presStyleCnt="7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7A04D6EC-3184-4F34-BFEC-5782BAE1DE69}" type="pres">
      <dgm:prSet presAssocID="{BB58EFBE-5091-4AB7-8DFB-C35DCE1DAB08}" presName="spaceRect" presStyleCnt="0"/>
      <dgm:spPr/>
    </dgm:pt>
    <dgm:pt modelId="{8D1DA21A-618C-4E03-A048-C5021B623DA2}" type="pres">
      <dgm:prSet presAssocID="{BB58EFBE-5091-4AB7-8DFB-C35DCE1DAB08}" presName="parTx" presStyleLbl="revTx" presStyleIdx="4" presStyleCnt="14">
        <dgm:presLayoutVars>
          <dgm:chMax val="0"/>
          <dgm:chPref val="0"/>
        </dgm:presLayoutVars>
      </dgm:prSet>
      <dgm:spPr/>
    </dgm:pt>
    <dgm:pt modelId="{CF8C06E1-AAF5-4617-B3B1-F5002BEB8C86}" type="pres">
      <dgm:prSet presAssocID="{BB58EFBE-5091-4AB7-8DFB-C35DCE1DAB08}" presName="desTx" presStyleLbl="revTx" presStyleIdx="5" presStyleCnt="14">
        <dgm:presLayoutVars/>
      </dgm:prSet>
      <dgm:spPr/>
    </dgm:pt>
    <dgm:pt modelId="{BECC8884-B632-46CD-90CD-0B21F3B46866}" type="pres">
      <dgm:prSet presAssocID="{9E8FD24F-BF93-4B9C-BC7E-DBB041D52BA4}" presName="sibTrans" presStyleCnt="0"/>
      <dgm:spPr/>
    </dgm:pt>
    <dgm:pt modelId="{D5ED464A-B407-4BEF-8E16-3502D7F13392}" type="pres">
      <dgm:prSet presAssocID="{9424A100-27AB-4A29-A3F4-BD9C405E06FA}" presName="compNode" presStyleCnt="0"/>
      <dgm:spPr/>
    </dgm:pt>
    <dgm:pt modelId="{46BA2B41-0BFD-4D4F-8416-E5CF63F962C6}" type="pres">
      <dgm:prSet presAssocID="{9424A100-27AB-4A29-A3F4-BD9C405E06FA}" presName="bgRect" presStyleLbl="bgShp" presStyleIdx="3" presStyleCnt="7"/>
      <dgm:spPr/>
    </dgm:pt>
    <dgm:pt modelId="{43DB58A9-5CF1-40E0-9B5D-B9C6F30ED4F5}" type="pres">
      <dgm:prSet presAssocID="{9424A100-27AB-4A29-A3F4-BD9C405E06FA}" presName="iconRect" presStyleLbl="node1" presStyleIdx="3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3EB2D8C-0489-4ECB-8BE9-29040ED25EA1}" type="pres">
      <dgm:prSet presAssocID="{9424A100-27AB-4A29-A3F4-BD9C405E06FA}" presName="spaceRect" presStyleCnt="0"/>
      <dgm:spPr/>
    </dgm:pt>
    <dgm:pt modelId="{3ECAA044-BE9C-4666-86AE-D412DDD67507}" type="pres">
      <dgm:prSet presAssocID="{9424A100-27AB-4A29-A3F4-BD9C405E06FA}" presName="parTx" presStyleLbl="revTx" presStyleIdx="6" presStyleCnt="14">
        <dgm:presLayoutVars>
          <dgm:chMax val="0"/>
          <dgm:chPref val="0"/>
        </dgm:presLayoutVars>
      </dgm:prSet>
      <dgm:spPr/>
    </dgm:pt>
    <dgm:pt modelId="{D55E718A-F62E-4679-AB01-FC819AC0CAF5}" type="pres">
      <dgm:prSet presAssocID="{9424A100-27AB-4A29-A3F4-BD9C405E06FA}" presName="desTx" presStyleLbl="revTx" presStyleIdx="7" presStyleCnt="14">
        <dgm:presLayoutVars/>
      </dgm:prSet>
      <dgm:spPr/>
    </dgm:pt>
    <dgm:pt modelId="{4D5F4ACE-BFD1-4BA6-B0EC-C1035BCF2072}" type="pres">
      <dgm:prSet presAssocID="{9BBD9F92-917E-4E5F-AFB4-CF9E6A1D722B}" presName="sibTrans" presStyleCnt="0"/>
      <dgm:spPr/>
    </dgm:pt>
    <dgm:pt modelId="{CAEA1BEF-650D-4F33-99F8-B31743004B90}" type="pres">
      <dgm:prSet presAssocID="{8566935F-ED3E-4975-8F60-B4F604861303}" presName="compNode" presStyleCnt="0"/>
      <dgm:spPr/>
    </dgm:pt>
    <dgm:pt modelId="{ED02FA9C-C6C9-4A11-A7C1-0E8DD48B0707}" type="pres">
      <dgm:prSet presAssocID="{8566935F-ED3E-4975-8F60-B4F604861303}" presName="bgRect" presStyleLbl="bgShp" presStyleIdx="4" presStyleCnt="7"/>
      <dgm:spPr/>
    </dgm:pt>
    <dgm:pt modelId="{479D8351-C291-4854-B51C-A1B75D71694C}" type="pres">
      <dgm:prSet presAssocID="{8566935F-ED3E-4975-8F60-B4F604861303}" presName="iconRect" presStyleLbl="node1" presStyleIdx="4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EE2302B-AAA3-42D3-8555-F48D2B604E07}" type="pres">
      <dgm:prSet presAssocID="{8566935F-ED3E-4975-8F60-B4F604861303}" presName="spaceRect" presStyleCnt="0"/>
      <dgm:spPr/>
    </dgm:pt>
    <dgm:pt modelId="{75136F4C-4C47-4522-912D-3C581274694E}" type="pres">
      <dgm:prSet presAssocID="{8566935F-ED3E-4975-8F60-B4F604861303}" presName="parTx" presStyleLbl="revTx" presStyleIdx="8" presStyleCnt="14">
        <dgm:presLayoutVars>
          <dgm:chMax val="0"/>
          <dgm:chPref val="0"/>
        </dgm:presLayoutVars>
      </dgm:prSet>
      <dgm:spPr/>
    </dgm:pt>
    <dgm:pt modelId="{DF7A82A8-5620-4F0D-9706-77382C5D18EF}" type="pres">
      <dgm:prSet presAssocID="{8566935F-ED3E-4975-8F60-B4F604861303}" presName="desTx" presStyleLbl="revTx" presStyleIdx="9" presStyleCnt="14">
        <dgm:presLayoutVars/>
      </dgm:prSet>
      <dgm:spPr/>
    </dgm:pt>
    <dgm:pt modelId="{84CF09A5-D6A0-4B47-9A3B-17C1DDA1B93C}" type="pres">
      <dgm:prSet presAssocID="{DB5C55C5-98A2-4A9E-BC99-F2F3095B30AD}" presName="sibTrans" presStyleCnt="0"/>
      <dgm:spPr/>
    </dgm:pt>
    <dgm:pt modelId="{0B3688C8-0FF8-4C28-B339-A2F5FB5F0ABE}" type="pres">
      <dgm:prSet presAssocID="{939121F9-91B9-4245-806D-537DA022A34E}" presName="compNode" presStyleCnt="0"/>
      <dgm:spPr/>
    </dgm:pt>
    <dgm:pt modelId="{F1338B70-7C41-4DAC-9AF8-734635661316}" type="pres">
      <dgm:prSet presAssocID="{939121F9-91B9-4245-806D-537DA022A34E}" presName="bgRect" presStyleLbl="bgShp" presStyleIdx="5" presStyleCnt="7"/>
      <dgm:spPr/>
    </dgm:pt>
    <dgm:pt modelId="{68D39376-376D-4D68-8BC3-1802DA3E4704}" type="pres">
      <dgm:prSet presAssocID="{939121F9-91B9-4245-806D-537DA022A34E}" presName="iconRect" presStyleLbl="node1" presStyleIdx="5" presStyleCnt="7"/>
      <dgm:spPr>
        <a:blipFill>
          <a:blip xmlns:r="http://schemas.openxmlformats.org/officeDocument/2006/relationships" r:embed="rId9"/>
          <a:srcRect/>
          <a:stretch>
            <a:fillRect/>
          </a:stretch>
        </a:blipFill>
      </dgm:spPr>
    </dgm:pt>
    <dgm:pt modelId="{162DF1EB-5CD7-4551-82FE-0B64E6BA3A6A}" type="pres">
      <dgm:prSet presAssocID="{939121F9-91B9-4245-806D-537DA022A34E}" presName="spaceRect" presStyleCnt="0"/>
      <dgm:spPr/>
    </dgm:pt>
    <dgm:pt modelId="{D867CF8A-BAF9-4070-86CC-FA5EAD56D230}" type="pres">
      <dgm:prSet presAssocID="{939121F9-91B9-4245-806D-537DA022A34E}" presName="parTx" presStyleLbl="revTx" presStyleIdx="10" presStyleCnt="14">
        <dgm:presLayoutVars>
          <dgm:chMax val="0"/>
          <dgm:chPref val="0"/>
        </dgm:presLayoutVars>
      </dgm:prSet>
      <dgm:spPr/>
    </dgm:pt>
    <dgm:pt modelId="{0A469DD4-DEBA-44D0-8385-D9417A26F2A0}" type="pres">
      <dgm:prSet presAssocID="{939121F9-91B9-4245-806D-537DA022A34E}" presName="desTx" presStyleLbl="revTx" presStyleIdx="11" presStyleCnt="14">
        <dgm:presLayoutVars/>
      </dgm:prSet>
      <dgm:spPr/>
    </dgm:pt>
    <dgm:pt modelId="{C064D7E5-3E4D-4427-963F-8AF3AA53D6C9}" type="pres">
      <dgm:prSet presAssocID="{F0823589-F1AC-4DAC-A5C6-BFFB9F35541F}" presName="sibTrans" presStyleCnt="0"/>
      <dgm:spPr/>
    </dgm:pt>
    <dgm:pt modelId="{1C9CB258-82CD-4EB0-9070-CEA685739E64}" type="pres">
      <dgm:prSet presAssocID="{DAE44E51-7E3F-41C3-BA29-86F771060532}" presName="compNode" presStyleCnt="0"/>
      <dgm:spPr/>
    </dgm:pt>
    <dgm:pt modelId="{AAF1A4C1-2237-4D69-A8D9-D2C002C827EC}" type="pres">
      <dgm:prSet presAssocID="{DAE44E51-7E3F-41C3-BA29-86F771060532}" presName="bgRect" presStyleLbl="bgShp" presStyleIdx="6" presStyleCnt="7"/>
      <dgm:spPr/>
    </dgm:pt>
    <dgm:pt modelId="{C8FE5DFC-CB3C-4F32-815E-51A23E6AF042}" type="pres">
      <dgm:prSet presAssocID="{DAE44E51-7E3F-41C3-BA29-86F771060532}" presName="iconRect" presStyleLbl="node1" presStyleIdx="6" presStyleCnt="7"/>
      <dgm:spPr>
        <a:blipFill>
          <a:blip xmlns:r="http://schemas.openxmlformats.org/officeDocument/2006/relationships" r:embed="rId10"/>
          <a:srcRect/>
          <a:stretch>
            <a:fillRect/>
          </a:stretch>
        </a:blipFill>
      </dgm:spPr>
    </dgm:pt>
    <dgm:pt modelId="{5560F4DB-85E8-4E37-B546-B9544694CEAD}" type="pres">
      <dgm:prSet presAssocID="{DAE44E51-7E3F-41C3-BA29-86F771060532}" presName="spaceRect" presStyleCnt="0"/>
      <dgm:spPr/>
    </dgm:pt>
    <dgm:pt modelId="{12359129-6FCA-4B5F-B68E-17A1BCA43EA7}" type="pres">
      <dgm:prSet presAssocID="{DAE44E51-7E3F-41C3-BA29-86F771060532}" presName="parTx" presStyleLbl="revTx" presStyleIdx="12" presStyleCnt="14">
        <dgm:presLayoutVars>
          <dgm:chMax val="0"/>
          <dgm:chPref val="0"/>
        </dgm:presLayoutVars>
      </dgm:prSet>
      <dgm:spPr/>
    </dgm:pt>
    <dgm:pt modelId="{2167B8FE-8A1E-4656-9994-70B19BCD6B92}" type="pres">
      <dgm:prSet presAssocID="{DAE44E51-7E3F-41C3-BA29-86F771060532}" presName="desTx" presStyleLbl="revTx" presStyleIdx="13" presStyleCnt="14">
        <dgm:presLayoutVars/>
      </dgm:prSet>
      <dgm:spPr/>
    </dgm:pt>
  </dgm:ptLst>
  <dgm:cxnLst>
    <dgm:cxn modelId="{7D0CE603-CF74-4911-87E7-FC5112DAEFEA}" type="presOf" srcId="{7B6EAB86-ACEF-40E0-8FA6-BE2364B4746B}" destId="{A52A53C1-13D0-4A06-AB0D-2964843C533B}" srcOrd="0" destOrd="1" presId="urn:microsoft.com/office/officeart/2018/2/layout/IconVerticalSolidList"/>
    <dgm:cxn modelId="{9F15C908-B713-4479-B9F5-F93D3E3ADD64}" srcId="{D435A8F0-82DD-4CB7-BA42-B5CFC2B73BFD}" destId="{C8E7E3C0-430C-4482-A8E8-EB680EF1F25A}" srcOrd="0" destOrd="0" parTransId="{492ED791-68D0-4B92-93D4-DC3EF3773D03}" sibTransId="{06F46C21-AC01-4970-BE33-5EF5EF569486}"/>
    <dgm:cxn modelId="{9CB1BC0D-39A2-475F-BAAF-B7D0917B244E}" srcId="{DAE44E51-7E3F-41C3-BA29-86F771060532}" destId="{C7B86E5A-6D09-489A-ADC2-9A4F1EE72787}" srcOrd="1" destOrd="0" parTransId="{A86ECCB7-1350-4CCC-A37C-36D70E4B22CF}" sibTransId="{EF90211F-14AD-41A7-B0B2-254FE616E242}"/>
    <dgm:cxn modelId="{3D56E50F-19BA-4954-8588-658912B7CB9A}" type="presOf" srcId="{939121F9-91B9-4245-806D-537DA022A34E}" destId="{D867CF8A-BAF9-4070-86CC-FA5EAD56D230}" srcOrd="0" destOrd="0" presId="urn:microsoft.com/office/officeart/2018/2/layout/IconVerticalSolidList"/>
    <dgm:cxn modelId="{2A552212-33A5-4192-B31A-A33063872794}" type="presOf" srcId="{23ED2547-9F66-4453-B977-9A5AF6952A40}" destId="{0A469DD4-DEBA-44D0-8385-D9417A26F2A0}" srcOrd="0" destOrd="1" presId="urn:microsoft.com/office/officeart/2018/2/layout/IconVerticalSolidList"/>
    <dgm:cxn modelId="{779A8F17-B312-4B49-8538-AC92873B2B15}" srcId="{939121F9-91B9-4245-806D-537DA022A34E}" destId="{B508273D-E103-49E6-964D-F16685656854}" srcOrd="0" destOrd="0" parTransId="{1DB366F5-AE84-47ED-BE9E-2FF5D7F45D39}" sibTransId="{18AA6EE8-A15D-4E59-A785-5D753A0E0E8C}"/>
    <dgm:cxn modelId="{31B7F518-F1DD-4442-B58D-505C1E5ECFB7}" type="presOf" srcId="{95CFA3D5-B3EC-45D4-AC70-57AE612D1705}" destId="{DF7A82A8-5620-4F0D-9706-77382C5D18EF}" srcOrd="0" destOrd="1" presId="urn:microsoft.com/office/officeart/2018/2/layout/IconVerticalSolidList"/>
    <dgm:cxn modelId="{3AEBFD1D-B2DE-4F07-9BD9-2B2512C914E2}" srcId="{BB58EFBE-5091-4AB7-8DFB-C35DCE1DAB08}" destId="{ECFE813D-CEA8-4DEF-A028-11721FCF75BB}" srcOrd="1" destOrd="0" parTransId="{68A49C92-638C-4DE6-9FBA-B5E3E8C36C32}" sibTransId="{69349F65-1CCC-4B39-94B6-AED90727AB77}"/>
    <dgm:cxn modelId="{066B971F-BC9B-4429-82DA-6EFA90FFED19}" type="presOf" srcId="{B508273D-E103-49E6-964D-F16685656854}" destId="{0A469DD4-DEBA-44D0-8385-D9417A26F2A0}" srcOrd="0" destOrd="0" presId="urn:microsoft.com/office/officeart/2018/2/layout/IconVerticalSolidList"/>
    <dgm:cxn modelId="{03B32F21-B864-43A7-9C82-D134ED254B59}" srcId="{D435A8F0-82DD-4CB7-BA42-B5CFC2B73BFD}" destId="{BB58EFBE-5091-4AB7-8DFB-C35DCE1DAB08}" srcOrd="2" destOrd="0" parTransId="{ABD76B9F-933A-479E-BFCA-38B7DE0D48EB}" sibTransId="{9E8FD24F-BF93-4B9C-BC7E-DBB041D52BA4}"/>
    <dgm:cxn modelId="{A238E624-2CEB-42A3-86EB-C96C1A0F4A5F}" srcId="{D435A8F0-82DD-4CB7-BA42-B5CFC2B73BFD}" destId="{DAE44E51-7E3F-41C3-BA29-86F771060532}" srcOrd="6" destOrd="0" parTransId="{1995A0D6-E262-444A-931A-99ADDA7DC3EA}" sibTransId="{4B364601-04AD-45BE-9DBE-5BA255285B19}"/>
    <dgm:cxn modelId="{72EBFD25-7ADA-42DF-9E75-056950B4E92E}" srcId="{C8E7E3C0-430C-4482-A8E8-EB680EF1F25A}" destId="{7B6EAB86-ACEF-40E0-8FA6-BE2364B4746B}" srcOrd="1" destOrd="0" parTransId="{A3B34710-91BB-47B8-AA7F-2E33EAFCB3AC}" sibTransId="{2868717D-328E-44F9-AAC1-8971BDF12046}"/>
    <dgm:cxn modelId="{292E712A-D405-4EE1-B939-EA83B5F60F63}" srcId="{BB58EFBE-5091-4AB7-8DFB-C35DCE1DAB08}" destId="{574DB14A-A217-4620-B2EE-09EB3A803990}" srcOrd="0" destOrd="0" parTransId="{FF3CF2EB-8085-437F-A4DB-6F766CD9FA56}" sibTransId="{37B9D968-5A7E-45EA-AB3B-02A33DAFE7D4}"/>
    <dgm:cxn modelId="{4FAEF934-F840-4EF5-BC0E-EFE4E8DE2023}" srcId="{8566935F-ED3E-4975-8F60-B4F604861303}" destId="{BA5FBC05-B939-4B35-86FC-4E0423143FF0}" srcOrd="0" destOrd="0" parTransId="{7D9779F3-3628-474C-A248-225955370D96}" sibTransId="{7B4A55E8-221D-49FE-B3A2-31736E7D0C61}"/>
    <dgm:cxn modelId="{47D6C135-EAE2-4D14-B852-B84A4ADD8AA3}" srcId="{939121F9-91B9-4245-806D-537DA022A34E}" destId="{23ED2547-9F66-4453-B977-9A5AF6952A40}" srcOrd="1" destOrd="0" parTransId="{5595A6CD-6EF6-46CB-9025-2E60AA3849B7}" sibTransId="{C192671C-E50E-4BE8-B1C7-58DBD4AF2F93}"/>
    <dgm:cxn modelId="{31B45438-CC60-4466-94F5-EF0AB9621DB0}" srcId="{D435A8F0-82DD-4CB7-BA42-B5CFC2B73BFD}" destId="{8566935F-ED3E-4975-8F60-B4F604861303}" srcOrd="4" destOrd="0" parTransId="{E7B7C765-976C-4EDB-B860-CE63035E6200}" sibTransId="{DB5C55C5-98A2-4A9E-BC99-F2F3095B30AD}"/>
    <dgm:cxn modelId="{9071E23B-72F7-4982-995A-BB31B9B46DB3}" type="presOf" srcId="{8566935F-ED3E-4975-8F60-B4F604861303}" destId="{75136F4C-4C47-4522-912D-3C581274694E}" srcOrd="0" destOrd="0" presId="urn:microsoft.com/office/officeart/2018/2/layout/IconVerticalSolidList"/>
    <dgm:cxn modelId="{F3931B5F-7C80-46DC-B776-22F07D7955B3}" type="presOf" srcId="{C8E7E3C0-430C-4482-A8E8-EB680EF1F25A}" destId="{63EBF7FA-1082-4962-AA61-DAE47F41FD0A}" srcOrd="0" destOrd="0" presId="urn:microsoft.com/office/officeart/2018/2/layout/IconVerticalSolidList"/>
    <dgm:cxn modelId="{9DC4F34C-1A9F-48DD-9B47-FEC491E726DD}" type="presOf" srcId="{60BCCAF1-943A-4FF6-A8BA-34E588DF760C}" destId="{AB8E2C7F-8BBB-45FC-8CDC-433C0E05E91A}" srcOrd="0" destOrd="0" presId="urn:microsoft.com/office/officeart/2018/2/layout/IconVerticalSolidList"/>
    <dgm:cxn modelId="{8C89B375-544B-4A0C-9BD7-A7C51A83DB91}" srcId="{60BCCAF1-943A-4FF6-A8BA-34E588DF760C}" destId="{DA681B95-7855-4FE1-AA01-AFFFDA6F9651}" srcOrd="1" destOrd="0" parTransId="{B9AAC311-4AB1-4AD8-B555-D034D4B73114}" sibTransId="{FD9347E5-3221-4815-9565-E5A1ED94541A}"/>
    <dgm:cxn modelId="{DB342758-BFD6-4722-8CE1-05CA231460E3}" type="presOf" srcId="{A2654A03-D658-4BB1-A9FB-1D1354F76320}" destId="{A52A53C1-13D0-4A06-AB0D-2964843C533B}" srcOrd="0" destOrd="0" presId="urn:microsoft.com/office/officeart/2018/2/layout/IconVerticalSolidList"/>
    <dgm:cxn modelId="{2B725D7E-658E-4E67-A43A-9DFB5DD89FB1}" srcId="{D435A8F0-82DD-4CB7-BA42-B5CFC2B73BFD}" destId="{60BCCAF1-943A-4FF6-A8BA-34E588DF760C}" srcOrd="1" destOrd="0" parTransId="{7A63A986-21A7-41EC-B85C-8D3AB073B771}" sibTransId="{BCFF5ADA-5E69-423B-8C9C-8BDE45CC3C71}"/>
    <dgm:cxn modelId="{58261985-3526-4AD3-93A0-96846F21B1ED}" srcId="{8566935F-ED3E-4975-8F60-B4F604861303}" destId="{95CFA3D5-B3EC-45D4-AC70-57AE612D1705}" srcOrd="1" destOrd="0" parTransId="{A35FF658-4D97-469B-A9CA-E0D89665F1D4}" sibTransId="{5D542602-CB12-4070-B7D9-82824607B2C7}"/>
    <dgm:cxn modelId="{F0F47F85-2B58-4E51-B828-B0A2BCA3AF39}" srcId="{DAE44E51-7E3F-41C3-BA29-86F771060532}" destId="{D412901F-0053-400F-BC9E-6C918F948669}" srcOrd="0" destOrd="0" parTransId="{8C72FD58-353C-4D91-9BF4-21236C5C4ECC}" sibTransId="{39C55C2D-6AA0-444F-98EF-A77E99CFAA55}"/>
    <dgm:cxn modelId="{7685AC8D-3E77-4FEB-BC11-4B7981805A2A}" type="presOf" srcId="{DAE44E51-7E3F-41C3-BA29-86F771060532}" destId="{12359129-6FCA-4B5F-B68E-17A1BCA43EA7}" srcOrd="0" destOrd="0" presId="urn:microsoft.com/office/officeart/2018/2/layout/IconVerticalSolidList"/>
    <dgm:cxn modelId="{1B756D92-D77F-4A56-922A-CD9213BC163B}" type="presOf" srcId="{9424A100-27AB-4A29-A3F4-BD9C405E06FA}" destId="{3ECAA044-BE9C-4666-86AE-D412DDD67507}" srcOrd="0" destOrd="0" presId="urn:microsoft.com/office/officeart/2018/2/layout/IconVerticalSolidList"/>
    <dgm:cxn modelId="{0F11FD9A-64DA-4C96-9B42-C4A6BA3B41CD}" srcId="{9424A100-27AB-4A29-A3F4-BD9C405E06FA}" destId="{F2D2209D-9326-44BC-BFFF-8B67BF8AB341}" srcOrd="1" destOrd="0" parTransId="{6163D0C0-D461-46D7-AB96-A7A98C8A1CE2}" sibTransId="{87A237B8-DC80-422A-A185-9FCC06A1A400}"/>
    <dgm:cxn modelId="{0E125E9B-F7B1-4C37-A75A-44B4625A52DB}" type="presOf" srcId="{C7B86E5A-6D09-489A-ADC2-9A4F1EE72787}" destId="{2167B8FE-8A1E-4656-9994-70B19BCD6B92}" srcOrd="0" destOrd="1" presId="urn:microsoft.com/office/officeart/2018/2/layout/IconVerticalSolidList"/>
    <dgm:cxn modelId="{4D44589F-9D4C-40F2-88B3-7EA533791B57}" type="presOf" srcId="{DA681B95-7855-4FE1-AA01-AFFFDA6F9651}" destId="{99F82F62-06DD-45BA-834C-2E2142410FF7}" srcOrd="0" destOrd="1" presId="urn:microsoft.com/office/officeart/2018/2/layout/IconVerticalSolidList"/>
    <dgm:cxn modelId="{9FA40FA2-20D7-4BD5-A5D9-FED8318B9D93}" type="presOf" srcId="{BFA8496B-5396-49D2-AF81-D10A1F77A42C}" destId="{D55E718A-F62E-4679-AB01-FC819AC0CAF5}" srcOrd="0" destOrd="0" presId="urn:microsoft.com/office/officeart/2018/2/layout/IconVerticalSolidList"/>
    <dgm:cxn modelId="{F2976FA6-43EE-4963-90A4-065EBC29144D}" type="presOf" srcId="{574DB14A-A217-4620-B2EE-09EB3A803990}" destId="{CF8C06E1-AAF5-4617-B3B1-F5002BEB8C86}" srcOrd="0" destOrd="0" presId="urn:microsoft.com/office/officeart/2018/2/layout/IconVerticalSolidList"/>
    <dgm:cxn modelId="{8A222ABC-D574-42DD-AAE9-014B4FDDD568}" srcId="{9424A100-27AB-4A29-A3F4-BD9C405E06FA}" destId="{BFA8496B-5396-49D2-AF81-D10A1F77A42C}" srcOrd="0" destOrd="0" parTransId="{1E8E34A1-936C-4232-B851-06B6D8A2934B}" sibTransId="{1F017A0D-5964-4DDD-8010-2A09F64F1B54}"/>
    <dgm:cxn modelId="{E198FFC7-997E-402B-8376-8226A0D47AD4}" srcId="{C8E7E3C0-430C-4482-A8E8-EB680EF1F25A}" destId="{A2654A03-D658-4BB1-A9FB-1D1354F76320}" srcOrd="0" destOrd="0" parTransId="{85E83E1F-9453-4465-97A7-B3D270916E00}" sibTransId="{411A2BE8-A217-4176-B382-E880A7F8F517}"/>
    <dgm:cxn modelId="{506A5FCA-8172-43C2-9881-7A8B2FF43978}" type="presOf" srcId="{BA5FBC05-B939-4B35-86FC-4E0423143FF0}" destId="{DF7A82A8-5620-4F0D-9706-77382C5D18EF}" srcOrd="0" destOrd="0" presId="urn:microsoft.com/office/officeart/2018/2/layout/IconVerticalSolidList"/>
    <dgm:cxn modelId="{C95634CF-0F00-4E9F-AE70-7BFC382F272C}" type="presOf" srcId="{BB58EFBE-5091-4AB7-8DFB-C35DCE1DAB08}" destId="{8D1DA21A-618C-4E03-A048-C5021B623DA2}" srcOrd="0" destOrd="0" presId="urn:microsoft.com/office/officeart/2018/2/layout/IconVerticalSolidList"/>
    <dgm:cxn modelId="{33D156D2-1388-47D8-8F67-9FB930A046E5}" type="presOf" srcId="{D435A8F0-82DD-4CB7-BA42-B5CFC2B73BFD}" destId="{FDAB66F4-1AFC-40B7-AB62-89B7869E1C8E}" srcOrd="0" destOrd="0" presId="urn:microsoft.com/office/officeart/2018/2/layout/IconVerticalSolidList"/>
    <dgm:cxn modelId="{868B50DD-EDC0-4EE0-A97A-A47B24DC636D}" type="presOf" srcId="{ECFE813D-CEA8-4DEF-A028-11721FCF75BB}" destId="{CF8C06E1-AAF5-4617-B3B1-F5002BEB8C86}" srcOrd="0" destOrd="1" presId="urn:microsoft.com/office/officeart/2018/2/layout/IconVerticalSolidList"/>
    <dgm:cxn modelId="{0F5E8DE2-12F9-48CA-9C63-5866366F37DF}" srcId="{60BCCAF1-943A-4FF6-A8BA-34E588DF760C}" destId="{10793C84-DAC6-4E66-99D4-C5EA097D314E}" srcOrd="0" destOrd="0" parTransId="{0E560D92-15BC-4E41-A372-7F8143A5F198}" sibTransId="{F96900B4-359C-4D29-AB27-FC820018545F}"/>
    <dgm:cxn modelId="{145F60E3-B663-44CE-9A20-5C65ED73CAB9}" srcId="{D435A8F0-82DD-4CB7-BA42-B5CFC2B73BFD}" destId="{9424A100-27AB-4A29-A3F4-BD9C405E06FA}" srcOrd="3" destOrd="0" parTransId="{1E1D128A-3E2B-45B3-9C36-7B8DD8DE81FF}" sibTransId="{9BBD9F92-917E-4E5F-AFB4-CF9E6A1D722B}"/>
    <dgm:cxn modelId="{EB2ECCE7-F2BF-41D0-A4A9-17248826FDCF}" type="presOf" srcId="{D412901F-0053-400F-BC9E-6C918F948669}" destId="{2167B8FE-8A1E-4656-9994-70B19BCD6B92}" srcOrd="0" destOrd="0" presId="urn:microsoft.com/office/officeart/2018/2/layout/IconVerticalSolidList"/>
    <dgm:cxn modelId="{3AF847F5-44C9-4346-A33A-975033FDCFCF}" type="presOf" srcId="{10793C84-DAC6-4E66-99D4-C5EA097D314E}" destId="{99F82F62-06DD-45BA-834C-2E2142410FF7}" srcOrd="0" destOrd="0" presId="urn:microsoft.com/office/officeart/2018/2/layout/IconVerticalSolidList"/>
    <dgm:cxn modelId="{237D3FFE-7AB1-4C80-A265-C17BDF1F5CC2}" srcId="{D435A8F0-82DD-4CB7-BA42-B5CFC2B73BFD}" destId="{939121F9-91B9-4245-806D-537DA022A34E}" srcOrd="5" destOrd="0" parTransId="{02EC2F34-9783-4913-A491-C6ACC12B04AF}" sibTransId="{F0823589-F1AC-4DAC-A5C6-BFFB9F35541F}"/>
    <dgm:cxn modelId="{FA79B7FF-EEA3-4DC6-B9E1-D964F2CB6B59}" type="presOf" srcId="{F2D2209D-9326-44BC-BFFF-8B67BF8AB341}" destId="{D55E718A-F62E-4679-AB01-FC819AC0CAF5}" srcOrd="0" destOrd="1" presId="urn:microsoft.com/office/officeart/2018/2/layout/IconVerticalSolidList"/>
    <dgm:cxn modelId="{B6F8174C-B6A9-4F26-8943-8F414207ACF0}" type="presParOf" srcId="{FDAB66F4-1AFC-40B7-AB62-89B7869E1C8E}" destId="{446BA08E-C395-4266-BA4D-AE260447DC3B}" srcOrd="0" destOrd="0" presId="urn:microsoft.com/office/officeart/2018/2/layout/IconVerticalSolidList"/>
    <dgm:cxn modelId="{B698B204-C27C-4B43-BABF-FC0FF3B29982}" type="presParOf" srcId="{446BA08E-C395-4266-BA4D-AE260447DC3B}" destId="{6B26894F-28AC-4738-9EFD-1BD17DCA5DD8}" srcOrd="0" destOrd="0" presId="urn:microsoft.com/office/officeart/2018/2/layout/IconVerticalSolidList"/>
    <dgm:cxn modelId="{6D50E9D5-0BA9-4B65-A309-3257EA75503D}" type="presParOf" srcId="{446BA08E-C395-4266-BA4D-AE260447DC3B}" destId="{81A0A1F4-3624-4DA0-8CDC-87FBA133840C}" srcOrd="1" destOrd="0" presId="urn:microsoft.com/office/officeart/2018/2/layout/IconVerticalSolidList"/>
    <dgm:cxn modelId="{71CA1C3D-670D-4A40-B28A-1BDA08D11A62}" type="presParOf" srcId="{446BA08E-C395-4266-BA4D-AE260447DC3B}" destId="{B229A8B2-2CE0-4399-A400-1733A1F97086}" srcOrd="2" destOrd="0" presId="urn:microsoft.com/office/officeart/2018/2/layout/IconVerticalSolidList"/>
    <dgm:cxn modelId="{DA781B71-1971-416D-94CC-30427170CAAD}" type="presParOf" srcId="{446BA08E-C395-4266-BA4D-AE260447DC3B}" destId="{63EBF7FA-1082-4962-AA61-DAE47F41FD0A}" srcOrd="3" destOrd="0" presId="urn:microsoft.com/office/officeart/2018/2/layout/IconVerticalSolidList"/>
    <dgm:cxn modelId="{648D3D9F-CE02-4C4A-8883-4B623D0386E7}" type="presParOf" srcId="{446BA08E-C395-4266-BA4D-AE260447DC3B}" destId="{A52A53C1-13D0-4A06-AB0D-2964843C533B}" srcOrd="4" destOrd="0" presId="urn:microsoft.com/office/officeart/2018/2/layout/IconVerticalSolidList"/>
    <dgm:cxn modelId="{67113835-3EA1-4CC7-90BD-346589BBABD9}" type="presParOf" srcId="{FDAB66F4-1AFC-40B7-AB62-89B7869E1C8E}" destId="{78E1C966-3D93-4E33-A7FF-69F77B037E54}" srcOrd="1" destOrd="0" presId="urn:microsoft.com/office/officeart/2018/2/layout/IconVerticalSolidList"/>
    <dgm:cxn modelId="{F739245F-B190-44DD-AC43-DB3188853EFD}" type="presParOf" srcId="{FDAB66F4-1AFC-40B7-AB62-89B7869E1C8E}" destId="{C28D44E9-9DB7-41DA-A368-A644436C4858}" srcOrd="2" destOrd="0" presId="urn:microsoft.com/office/officeart/2018/2/layout/IconVerticalSolidList"/>
    <dgm:cxn modelId="{CA526621-693A-4917-9CCB-0A4F3C2D6635}" type="presParOf" srcId="{C28D44E9-9DB7-41DA-A368-A644436C4858}" destId="{0B313812-AB32-47A6-88DE-89561F92CB55}" srcOrd="0" destOrd="0" presId="urn:microsoft.com/office/officeart/2018/2/layout/IconVerticalSolidList"/>
    <dgm:cxn modelId="{F272234D-3AC3-4B20-B016-50BE41A3A68C}" type="presParOf" srcId="{C28D44E9-9DB7-41DA-A368-A644436C4858}" destId="{135AADE9-3BCB-4A26-83E5-ED83EA6F4576}" srcOrd="1" destOrd="0" presId="urn:microsoft.com/office/officeart/2018/2/layout/IconVerticalSolidList"/>
    <dgm:cxn modelId="{0EC033CF-A00C-4218-BDAC-50E52CF71233}" type="presParOf" srcId="{C28D44E9-9DB7-41DA-A368-A644436C4858}" destId="{5F0339AD-0171-4E1A-B279-6136417E69BC}" srcOrd="2" destOrd="0" presId="urn:microsoft.com/office/officeart/2018/2/layout/IconVerticalSolidList"/>
    <dgm:cxn modelId="{BBCB8D20-2C55-4664-A9D7-0D63EC6C3EE8}" type="presParOf" srcId="{C28D44E9-9DB7-41DA-A368-A644436C4858}" destId="{AB8E2C7F-8BBB-45FC-8CDC-433C0E05E91A}" srcOrd="3" destOrd="0" presId="urn:microsoft.com/office/officeart/2018/2/layout/IconVerticalSolidList"/>
    <dgm:cxn modelId="{533D8FE3-20F4-4B7A-B182-7ECCC03D91B9}" type="presParOf" srcId="{C28D44E9-9DB7-41DA-A368-A644436C4858}" destId="{99F82F62-06DD-45BA-834C-2E2142410FF7}" srcOrd="4" destOrd="0" presId="urn:microsoft.com/office/officeart/2018/2/layout/IconVerticalSolidList"/>
    <dgm:cxn modelId="{43E797D0-F4B2-4F5A-9F4A-A461A789D745}" type="presParOf" srcId="{FDAB66F4-1AFC-40B7-AB62-89B7869E1C8E}" destId="{D3A7109F-4057-48EC-A330-DAE4CF48035C}" srcOrd="3" destOrd="0" presId="urn:microsoft.com/office/officeart/2018/2/layout/IconVerticalSolidList"/>
    <dgm:cxn modelId="{01715834-FBE6-4873-A172-195A3664719F}" type="presParOf" srcId="{FDAB66F4-1AFC-40B7-AB62-89B7869E1C8E}" destId="{9054CD41-2926-4E13-8774-C9684042C8EB}" srcOrd="4" destOrd="0" presId="urn:microsoft.com/office/officeart/2018/2/layout/IconVerticalSolidList"/>
    <dgm:cxn modelId="{94C86362-1DEE-4AD3-93C2-350DAF33D103}" type="presParOf" srcId="{9054CD41-2926-4E13-8774-C9684042C8EB}" destId="{48C8C0C5-ADC3-4537-969D-334971599415}" srcOrd="0" destOrd="0" presId="urn:microsoft.com/office/officeart/2018/2/layout/IconVerticalSolidList"/>
    <dgm:cxn modelId="{4669B3CA-CC35-4151-B2BC-15641EAC2F7A}" type="presParOf" srcId="{9054CD41-2926-4E13-8774-C9684042C8EB}" destId="{B3CAF070-7BDA-4D3C-977C-169798C7D9F3}" srcOrd="1" destOrd="0" presId="urn:microsoft.com/office/officeart/2018/2/layout/IconVerticalSolidList"/>
    <dgm:cxn modelId="{8054B16A-9C72-4C1D-A72A-1D34F9F6C637}" type="presParOf" srcId="{9054CD41-2926-4E13-8774-C9684042C8EB}" destId="{7A04D6EC-3184-4F34-BFEC-5782BAE1DE69}" srcOrd="2" destOrd="0" presId="urn:microsoft.com/office/officeart/2018/2/layout/IconVerticalSolidList"/>
    <dgm:cxn modelId="{F64472D5-F752-4F05-A9CB-FECC52C39F44}" type="presParOf" srcId="{9054CD41-2926-4E13-8774-C9684042C8EB}" destId="{8D1DA21A-618C-4E03-A048-C5021B623DA2}" srcOrd="3" destOrd="0" presId="urn:microsoft.com/office/officeart/2018/2/layout/IconVerticalSolidList"/>
    <dgm:cxn modelId="{109CFD1C-CE6A-4853-8E57-15A3EC99A346}" type="presParOf" srcId="{9054CD41-2926-4E13-8774-C9684042C8EB}" destId="{CF8C06E1-AAF5-4617-B3B1-F5002BEB8C86}" srcOrd="4" destOrd="0" presId="urn:microsoft.com/office/officeart/2018/2/layout/IconVerticalSolidList"/>
    <dgm:cxn modelId="{ACD872BF-F098-4320-B860-6A7CFBFD100C}" type="presParOf" srcId="{FDAB66F4-1AFC-40B7-AB62-89B7869E1C8E}" destId="{BECC8884-B632-46CD-90CD-0B21F3B46866}" srcOrd="5" destOrd="0" presId="urn:microsoft.com/office/officeart/2018/2/layout/IconVerticalSolidList"/>
    <dgm:cxn modelId="{035FB183-38F8-48F0-BC55-B459AE4C0ACC}" type="presParOf" srcId="{FDAB66F4-1AFC-40B7-AB62-89B7869E1C8E}" destId="{D5ED464A-B407-4BEF-8E16-3502D7F13392}" srcOrd="6" destOrd="0" presId="urn:microsoft.com/office/officeart/2018/2/layout/IconVerticalSolidList"/>
    <dgm:cxn modelId="{A70D4774-9BAC-4278-9E73-45D696C2433A}" type="presParOf" srcId="{D5ED464A-B407-4BEF-8E16-3502D7F13392}" destId="{46BA2B41-0BFD-4D4F-8416-E5CF63F962C6}" srcOrd="0" destOrd="0" presId="urn:microsoft.com/office/officeart/2018/2/layout/IconVerticalSolidList"/>
    <dgm:cxn modelId="{BE45083F-7F4E-4FE3-8E46-4B7681A51D87}" type="presParOf" srcId="{D5ED464A-B407-4BEF-8E16-3502D7F13392}" destId="{43DB58A9-5CF1-40E0-9B5D-B9C6F30ED4F5}" srcOrd="1" destOrd="0" presId="urn:microsoft.com/office/officeart/2018/2/layout/IconVerticalSolidList"/>
    <dgm:cxn modelId="{68EBE636-CD57-47C4-845C-E530BE6E340F}" type="presParOf" srcId="{D5ED464A-B407-4BEF-8E16-3502D7F13392}" destId="{C3EB2D8C-0489-4ECB-8BE9-29040ED25EA1}" srcOrd="2" destOrd="0" presId="urn:microsoft.com/office/officeart/2018/2/layout/IconVerticalSolidList"/>
    <dgm:cxn modelId="{C0ACA1A7-CE69-49C7-9CB0-0901416F1CBA}" type="presParOf" srcId="{D5ED464A-B407-4BEF-8E16-3502D7F13392}" destId="{3ECAA044-BE9C-4666-86AE-D412DDD67507}" srcOrd="3" destOrd="0" presId="urn:microsoft.com/office/officeart/2018/2/layout/IconVerticalSolidList"/>
    <dgm:cxn modelId="{4C9522B1-4EF3-4FC0-AF05-D9501BA564A6}" type="presParOf" srcId="{D5ED464A-B407-4BEF-8E16-3502D7F13392}" destId="{D55E718A-F62E-4679-AB01-FC819AC0CAF5}" srcOrd="4" destOrd="0" presId="urn:microsoft.com/office/officeart/2018/2/layout/IconVerticalSolidList"/>
    <dgm:cxn modelId="{B150503B-8669-43F9-9C6D-D173C6BF21A6}" type="presParOf" srcId="{FDAB66F4-1AFC-40B7-AB62-89B7869E1C8E}" destId="{4D5F4ACE-BFD1-4BA6-B0EC-C1035BCF2072}" srcOrd="7" destOrd="0" presId="urn:microsoft.com/office/officeart/2018/2/layout/IconVerticalSolidList"/>
    <dgm:cxn modelId="{43FDF96B-1B88-47A0-AEE1-52114E818C1A}" type="presParOf" srcId="{FDAB66F4-1AFC-40B7-AB62-89B7869E1C8E}" destId="{CAEA1BEF-650D-4F33-99F8-B31743004B90}" srcOrd="8" destOrd="0" presId="urn:microsoft.com/office/officeart/2018/2/layout/IconVerticalSolidList"/>
    <dgm:cxn modelId="{3F164C6E-F7CE-4417-8BDD-B6AA10A5CE4F}" type="presParOf" srcId="{CAEA1BEF-650D-4F33-99F8-B31743004B90}" destId="{ED02FA9C-C6C9-4A11-A7C1-0E8DD48B0707}" srcOrd="0" destOrd="0" presId="urn:microsoft.com/office/officeart/2018/2/layout/IconVerticalSolidList"/>
    <dgm:cxn modelId="{BF8D0A33-FAE4-419A-A9D2-4B022B71367F}" type="presParOf" srcId="{CAEA1BEF-650D-4F33-99F8-B31743004B90}" destId="{479D8351-C291-4854-B51C-A1B75D71694C}" srcOrd="1" destOrd="0" presId="urn:microsoft.com/office/officeart/2018/2/layout/IconVerticalSolidList"/>
    <dgm:cxn modelId="{2522ECBE-FF89-4146-A1C4-73A86B36766F}" type="presParOf" srcId="{CAEA1BEF-650D-4F33-99F8-B31743004B90}" destId="{DEE2302B-AAA3-42D3-8555-F48D2B604E07}" srcOrd="2" destOrd="0" presId="urn:microsoft.com/office/officeart/2018/2/layout/IconVerticalSolidList"/>
    <dgm:cxn modelId="{A31947EE-4983-4F04-8484-0FEF3D287B02}" type="presParOf" srcId="{CAEA1BEF-650D-4F33-99F8-B31743004B90}" destId="{75136F4C-4C47-4522-912D-3C581274694E}" srcOrd="3" destOrd="0" presId="urn:microsoft.com/office/officeart/2018/2/layout/IconVerticalSolidList"/>
    <dgm:cxn modelId="{B85A6085-3E35-4667-AA84-F55FF0D3BD78}" type="presParOf" srcId="{CAEA1BEF-650D-4F33-99F8-B31743004B90}" destId="{DF7A82A8-5620-4F0D-9706-77382C5D18EF}" srcOrd="4" destOrd="0" presId="urn:microsoft.com/office/officeart/2018/2/layout/IconVerticalSolidList"/>
    <dgm:cxn modelId="{22AF6F8C-365B-4077-971A-67D0CE5AF3CF}" type="presParOf" srcId="{FDAB66F4-1AFC-40B7-AB62-89B7869E1C8E}" destId="{84CF09A5-D6A0-4B47-9A3B-17C1DDA1B93C}" srcOrd="9" destOrd="0" presId="urn:microsoft.com/office/officeart/2018/2/layout/IconVerticalSolidList"/>
    <dgm:cxn modelId="{12AFEBBC-04DE-4E5A-9315-974FB5998C1B}" type="presParOf" srcId="{FDAB66F4-1AFC-40B7-AB62-89B7869E1C8E}" destId="{0B3688C8-0FF8-4C28-B339-A2F5FB5F0ABE}" srcOrd="10" destOrd="0" presId="urn:microsoft.com/office/officeart/2018/2/layout/IconVerticalSolidList"/>
    <dgm:cxn modelId="{6350E169-EFC6-48E8-88D5-28E337A815A4}" type="presParOf" srcId="{0B3688C8-0FF8-4C28-B339-A2F5FB5F0ABE}" destId="{F1338B70-7C41-4DAC-9AF8-734635661316}" srcOrd="0" destOrd="0" presId="urn:microsoft.com/office/officeart/2018/2/layout/IconVerticalSolidList"/>
    <dgm:cxn modelId="{18FAA5FC-1B60-4198-B860-14503991F83F}" type="presParOf" srcId="{0B3688C8-0FF8-4C28-B339-A2F5FB5F0ABE}" destId="{68D39376-376D-4D68-8BC3-1802DA3E4704}" srcOrd="1" destOrd="0" presId="urn:microsoft.com/office/officeart/2018/2/layout/IconVerticalSolidList"/>
    <dgm:cxn modelId="{FCBAA9AE-F231-40D3-B823-7D397C294CED}" type="presParOf" srcId="{0B3688C8-0FF8-4C28-B339-A2F5FB5F0ABE}" destId="{162DF1EB-5CD7-4551-82FE-0B64E6BA3A6A}" srcOrd="2" destOrd="0" presId="urn:microsoft.com/office/officeart/2018/2/layout/IconVerticalSolidList"/>
    <dgm:cxn modelId="{964FBE7A-EE37-491B-9CF7-2B380BECC577}" type="presParOf" srcId="{0B3688C8-0FF8-4C28-B339-A2F5FB5F0ABE}" destId="{D867CF8A-BAF9-4070-86CC-FA5EAD56D230}" srcOrd="3" destOrd="0" presId="urn:microsoft.com/office/officeart/2018/2/layout/IconVerticalSolidList"/>
    <dgm:cxn modelId="{FAC58ACE-8EAF-4B65-A8EE-2A23CB6112BE}" type="presParOf" srcId="{0B3688C8-0FF8-4C28-B339-A2F5FB5F0ABE}" destId="{0A469DD4-DEBA-44D0-8385-D9417A26F2A0}" srcOrd="4" destOrd="0" presId="urn:microsoft.com/office/officeart/2018/2/layout/IconVerticalSolidList"/>
    <dgm:cxn modelId="{3011BF1C-383C-4EBD-8BEA-BC598A426416}" type="presParOf" srcId="{FDAB66F4-1AFC-40B7-AB62-89B7869E1C8E}" destId="{C064D7E5-3E4D-4427-963F-8AF3AA53D6C9}" srcOrd="11" destOrd="0" presId="urn:microsoft.com/office/officeart/2018/2/layout/IconVerticalSolidList"/>
    <dgm:cxn modelId="{86813DB1-2F38-427C-B201-4D8D677604BA}" type="presParOf" srcId="{FDAB66F4-1AFC-40B7-AB62-89B7869E1C8E}" destId="{1C9CB258-82CD-4EB0-9070-CEA685739E64}" srcOrd="12" destOrd="0" presId="urn:microsoft.com/office/officeart/2018/2/layout/IconVerticalSolidList"/>
    <dgm:cxn modelId="{F9237F0E-B226-4225-A9DE-9C1F3C7145FE}" type="presParOf" srcId="{1C9CB258-82CD-4EB0-9070-CEA685739E64}" destId="{AAF1A4C1-2237-4D69-A8D9-D2C002C827EC}" srcOrd="0" destOrd="0" presId="urn:microsoft.com/office/officeart/2018/2/layout/IconVerticalSolidList"/>
    <dgm:cxn modelId="{27C528FB-C971-432B-9F9E-DA51F7742E56}" type="presParOf" srcId="{1C9CB258-82CD-4EB0-9070-CEA685739E64}" destId="{C8FE5DFC-CB3C-4F32-815E-51A23E6AF042}" srcOrd="1" destOrd="0" presId="urn:microsoft.com/office/officeart/2018/2/layout/IconVerticalSolidList"/>
    <dgm:cxn modelId="{75176591-D24F-4CC2-A03D-138678506760}" type="presParOf" srcId="{1C9CB258-82CD-4EB0-9070-CEA685739E64}" destId="{5560F4DB-85E8-4E37-B546-B9544694CEAD}" srcOrd="2" destOrd="0" presId="urn:microsoft.com/office/officeart/2018/2/layout/IconVerticalSolidList"/>
    <dgm:cxn modelId="{24E0EA63-E9B2-45DF-90E9-3FC880771969}" type="presParOf" srcId="{1C9CB258-82CD-4EB0-9070-CEA685739E64}" destId="{12359129-6FCA-4B5F-B68E-17A1BCA43EA7}" srcOrd="3" destOrd="0" presId="urn:microsoft.com/office/officeart/2018/2/layout/IconVerticalSolidList"/>
    <dgm:cxn modelId="{3091B5D9-00D9-40FB-8BF1-CA3F57489988}" type="presParOf" srcId="{1C9CB258-82CD-4EB0-9070-CEA685739E64}" destId="{2167B8FE-8A1E-4656-9994-70B19BCD6B9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60E3B0-B2BD-440A-A27A-1E0F5C1C41D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30B2F0-9B83-49A3-AFE2-E3D07B2D8BDC}">
      <dgm:prSet/>
      <dgm:spPr/>
      <dgm:t>
        <a:bodyPr/>
        <a:lstStyle/>
        <a:p>
          <a:r>
            <a:rPr lang="en-GB"/>
            <a:t>Where are GenAI tools strong</a:t>
          </a:r>
          <a:endParaRPr lang="en-US"/>
        </a:p>
      </dgm:t>
    </dgm:pt>
    <dgm:pt modelId="{5162A506-ED35-409C-8DDC-BD3EFE7A3327}" type="parTrans" cxnId="{A8DA08B9-FAC5-40C8-85AF-94ACF2151268}">
      <dgm:prSet/>
      <dgm:spPr/>
      <dgm:t>
        <a:bodyPr/>
        <a:lstStyle/>
        <a:p>
          <a:endParaRPr lang="en-US"/>
        </a:p>
      </dgm:t>
    </dgm:pt>
    <dgm:pt modelId="{8989D9EB-A4EA-45B8-8C98-4643CA88D77E}" type="sibTrans" cxnId="{A8DA08B9-FAC5-40C8-85AF-94ACF2151268}">
      <dgm:prSet/>
      <dgm:spPr/>
      <dgm:t>
        <a:bodyPr/>
        <a:lstStyle/>
        <a:p>
          <a:endParaRPr lang="en-US"/>
        </a:p>
      </dgm:t>
    </dgm:pt>
    <dgm:pt modelId="{0D9DAC02-B149-45BC-8B9B-27BFE9D8C1A5}">
      <dgm:prSet/>
      <dgm:spPr/>
      <dgm:t>
        <a:bodyPr/>
        <a:lstStyle/>
        <a:p>
          <a:r>
            <a:rPr lang="en-GB"/>
            <a:t>Summarizing individual papers</a:t>
          </a:r>
          <a:endParaRPr lang="en-US"/>
        </a:p>
      </dgm:t>
    </dgm:pt>
    <dgm:pt modelId="{300FD758-374E-4962-A5AB-02C3FE847AFB}" type="parTrans" cxnId="{1F05BC42-EC75-4A6B-A503-715D49BEBB34}">
      <dgm:prSet/>
      <dgm:spPr/>
      <dgm:t>
        <a:bodyPr/>
        <a:lstStyle/>
        <a:p>
          <a:endParaRPr lang="en-US"/>
        </a:p>
      </dgm:t>
    </dgm:pt>
    <dgm:pt modelId="{E33F5700-7702-413A-95F5-60932C6EB761}" type="sibTrans" cxnId="{1F05BC42-EC75-4A6B-A503-715D49BEBB34}">
      <dgm:prSet/>
      <dgm:spPr/>
      <dgm:t>
        <a:bodyPr/>
        <a:lstStyle/>
        <a:p>
          <a:endParaRPr lang="en-US"/>
        </a:p>
      </dgm:t>
    </dgm:pt>
    <dgm:pt modelId="{C07A039A-A3AB-4FE7-8C3D-1E3131348CD4}">
      <dgm:prSet/>
      <dgm:spPr/>
      <dgm:t>
        <a:bodyPr/>
        <a:lstStyle/>
        <a:p>
          <a:r>
            <a:rPr lang="en-GB"/>
            <a:t>Useful to interpret research when it’s already collected</a:t>
          </a:r>
          <a:endParaRPr lang="en-US"/>
        </a:p>
      </dgm:t>
    </dgm:pt>
    <dgm:pt modelId="{8C7DAB6B-A94E-462B-80E0-0974D388AF92}" type="parTrans" cxnId="{1221350A-ADBB-41E2-9289-B2EDB900E3AF}">
      <dgm:prSet/>
      <dgm:spPr/>
      <dgm:t>
        <a:bodyPr/>
        <a:lstStyle/>
        <a:p>
          <a:endParaRPr lang="en-US"/>
        </a:p>
      </dgm:t>
    </dgm:pt>
    <dgm:pt modelId="{BC3CC0DE-F63E-477A-AFE4-BB31CDB5D9B3}" type="sibTrans" cxnId="{1221350A-ADBB-41E2-9289-B2EDB900E3AF}">
      <dgm:prSet/>
      <dgm:spPr/>
      <dgm:t>
        <a:bodyPr/>
        <a:lstStyle/>
        <a:p>
          <a:endParaRPr lang="en-US"/>
        </a:p>
      </dgm:t>
    </dgm:pt>
    <dgm:pt modelId="{C5169F5E-987C-4E3A-A985-47BC3D01B7F3}">
      <dgm:prSet/>
      <dgm:spPr/>
      <dgm:t>
        <a:bodyPr/>
        <a:lstStyle/>
        <a:p>
          <a:r>
            <a:rPr lang="en-GB"/>
            <a:t>Helpful for explanations</a:t>
          </a:r>
          <a:endParaRPr lang="en-US"/>
        </a:p>
      </dgm:t>
    </dgm:pt>
    <dgm:pt modelId="{1C1BD91A-EDAB-4D54-919A-C51B72B39294}" type="parTrans" cxnId="{C0451867-6C79-4AFA-AED2-20429B283984}">
      <dgm:prSet/>
      <dgm:spPr/>
      <dgm:t>
        <a:bodyPr/>
        <a:lstStyle/>
        <a:p>
          <a:endParaRPr lang="en-US"/>
        </a:p>
      </dgm:t>
    </dgm:pt>
    <dgm:pt modelId="{81F13E21-03F0-4BAE-8871-40A39094AE03}" type="sibTrans" cxnId="{C0451867-6C79-4AFA-AED2-20429B283984}">
      <dgm:prSet/>
      <dgm:spPr/>
      <dgm:t>
        <a:bodyPr/>
        <a:lstStyle/>
        <a:p>
          <a:endParaRPr lang="en-US"/>
        </a:p>
      </dgm:t>
    </dgm:pt>
    <dgm:pt modelId="{5DD4341B-F5F5-4881-AD51-B0A35FDB4EED}">
      <dgm:prSet/>
      <dgm:spPr/>
      <dgm:t>
        <a:bodyPr/>
        <a:lstStyle/>
        <a:p>
          <a:r>
            <a:rPr lang="en-GB"/>
            <a:t>What our system adds</a:t>
          </a:r>
          <a:endParaRPr lang="en-US"/>
        </a:p>
      </dgm:t>
    </dgm:pt>
    <dgm:pt modelId="{F0C64C0B-D7DF-48CE-A7BF-E8D2C57EF8BB}" type="parTrans" cxnId="{BC79346A-7614-48E7-8146-89D662AA3DF4}">
      <dgm:prSet/>
      <dgm:spPr/>
      <dgm:t>
        <a:bodyPr/>
        <a:lstStyle/>
        <a:p>
          <a:endParaRPr lang="en-US"/>
        </a:p>
      </dgm:t>
    </dgm:pt>
    <dgm:pt modelId="{715715AD-BB34-4D88-8ABE-DCF49295A33E}" type="sibTrans" cxnId="{BC79346A-7614-48E7-8146-89D662AA3DF4}">
      <dgm:prSet/>
      <dgm:spPr/>
      <dgm:t>
        <a:bodyPr/>
        <a:lstStyle/>
        <a:p>
          <a:endParaRPr lang="en-US"/>
        </a:p>
      </dgm:t>
    </dgm:pt>
    <dgm:pt modelId="{C4702CB3-5C8A-4F0D-B7E5-4A5F9014BB31}">
      <dgm:prSet/>
      <dgm:spPr/>
      <dgm:t>
        <a:bodyPr/>
        <a:lstStyle/>
        <a:p>
          <a:r>
            <a:rPr lang="en-GB"/>
            <a:t>Structured workflow from ingest → filtering → clustering → synthesis</a:t>
          </a:r>
          <a:endParaRPr lang="en-US"/>
        </a:p>
      </dgm:t>
    </dgm:pt>
    <dgm:pt modelId="{F841817E-D17A-43E0-BB91-1E3FD99A82D3}" type="parTrans" cxnId="{4EAD0822-EFB7-4282-BC1F-383DB9333AF5}">
      <dgm:prSet/>
      <dgm:spPr/>
      <dgm:t>
        <a:bodyPr/>
        <a:lstStyle/>
        <a:p>
          <a:endParaRPr lang="en-US"/>
        </a:p>
      </dgm:t>
    </dgm:pt>
    <dgm:pt modelId="{5245DB8F-D79B-4422-BBE4-692D7F5022E2}" type="sibTrans" cxnId="{4EAD0822-EFB7-4282-BC1F-383DB9333AF5}">
      <dgm:prSet/>
      <dgm:spPr/>
      <dgm:t>
        <a:bodyPr/>
        <a:lstStyle/>
        <a:p>
          <a:endParaRPr lang="en-US"/>
        </a:p>
      </dgm:t>
    </dgm:pt>
    <dgm:pt modelId="{5129DFAB-40A7-4D6B-B3EA-0A1BFD36DD49}">
      <dgm:prSet/>
      <dgm:spPr/>
      <dgm:t>
        <a:bodyPr/>
        <a:lstStyle/>
        <a:p>
          <a:r>
            <a:rPr lang="en-GB"/>
            <a:t>Citation-based expansion from seed papers, not keyword guessing</a:t>
          </a:r>
          <a:endParaRPr lang="en-US"/>
        </a:p>
      </dgm:t>
    </dgm:pt>
    <dgm:pt modelId="{53F8B0F8-BC97-4DF2-82E5-71568C463903}" type="parTrans" cxnId="{03FD364C-64C3-440A-933B-05FA2DE6DD28}">
      <dgm:prSet/>
      <dgm:spPr/>
      <dgm:t>
        <a:bodyPr/>
        <a:lstStyle/>
        <a:p>
          <a:endParaRPr lang="en-US"/>
        </a:p>
      </dgm:t>
    </dgm:pt>
    <dgm:pt modelId="{514AA885-9436-408C-A881-6063D357E938}" type="sibTrans" cxnId="{03FD364C-64C3-440A-933B-05FA2DE6DD28}">
      <dgm:prSet/>
      <dgm:spPr/>
      <dgm:t>
        <a:bodyPr/>
        <a:lstStyle/>
        <a:p>
          <a:endParaRPr lang="en-US"/>
        </a:p>
      </dgm:t>
    </dgm:pt>
    <dgm:pt modelId="{0DBC5C7C-7C4A-4F21-90A3-1E485876F25E}">
      <dgm:prSet/>
      <dgm:spPr/>
      <dgm:t>
        <a:bodyPr/>
        <a:lstStyle/>
        <a:p>
          <a:r>
            <a:rPr lang="en-GB"/>
            <a:t>Reliability checks (retractions, suspicious venues, metadata gaps)</a:t>
          </a:r>
          <a:endParaRPr lang="en-US"/>
        </a:p>
      </dgm:t>
    </dgm:pt>
    <dgm:pt modelId="{1CC63439-E457-4CEE-977E-73A818A6CD90}" type="parTrans" cxnId="{DEB209A2-AC7E-44AB-8D70-97FCC2841CCC}">
      <dgm:prSet/>
      <dgm:spPr/>
      <dgm:t>
        <a:bodyPr/>
        <a:lstStyle/>
        <a:p>
          <a:endParaRPr lang="en-US"/>
        </a:p>
      </dgm:t>
    </dgm:pt>
    <dgm:pt modelId="{87B0AFC2-74BF-4AD7-A403-BAFC7013BD44}" type="sibTrans" cxnId="{DEB209A2-AC7E-44AB-8D70-97FCC2841CCC}">
      <dgm:prSet/>
      <dgm:spPr/>
      <dgm:t>
        <a:bodyPr/>
        <a:lstStyle/>
        <a:p>
          <a:endParaRPr lang="en-US"/>
        </a:p>
      </dgm:t>
    </dgm:pt>
    <dgm:pt modelId="{46365995-0180-45EB-ACC5-47CA666ED20C}">
      <dgm:prSet/>
      <dgm:spPr/>
      <dgm:t>
        <a:bodyPr/>
        <a:lstStyle/>
        <a:p>
          <a:r>
            <a:rPr lang="en-GB"/>
            <a:t>Unified research environment (Obsidian vault) that AI tools can build on top of</a:t>
          </a:r>
          <a:endParaRPr lang="en-US"/>
        </a:p>
      </dgm:t>
    </dgm:pt>
    <dgm:pt modelId="{6FE29FD5-D23E-441D-9B14-3F23138D34A8}" type="parTrans" cxnId="{FB80118B-5FF3-43C8-BC02-A754DA80C874}">
      <dgm:prSet/>
      <dgm:spPr/>
      <dgm:t>
        <a:bodyPr/>
        <a:lstStyle/>
        <a:p>
          <a:endParaRPr lang="en-US"/>
        </a:p>
      </dgm:t>
    </dgm:pt>
    <dgm:pt modelId="{84E6250B-AB8B-4900-9B73-87A992FE8752}" type="sibTrans" cxnId="{FB80118B-5FF3-43C8-BC02-A754DA80C874}">
      <dgm:prSet/>
      <dgm:spPr/>
      <dgm:t>
        <a:bodyPr/>
        <a:lstStyle/>
        <a:p>
          <a:endParaRPr lang="en-US"/>
        </a:p>
      </dgm:t>
    </dgm:pt>
    <dgm:pt modelId="{547CEDE1-570A-4C20-8FC6-B73E7F1A51C4}">
      <dgm:prSet/>
      <dgm:spPr/>
      <dgm:t>
        <a:bodyPr/>
        <a:lstStyle/>
        <a:p>
          <a:r>
            <a:rPr lang="en-GB"/>
            <a:t>Hybrid approach: humans curate, AI helps with reasoning and synthesis</a:t>
          </a:r>
          <a:endParaRPr lang="en-US"/>
        </a:p>
      </dgm:t>
    </dgm:pt>
    <dgm:pt modelId="{AF630F86-9907-4BAE-9B10-8122ABB6BBDE}" type="parTrans" cxnId="{03F7B3D5-CCB3-4006-812C-64788FD38DD9}">
      <dgm:prSet/>
      <dgm:spPr/>
      <dgm:t>
        <a:bodyPr/>
        <a:lstStyle/>
        <a:p>
          <a:endParaRPr lang="en-US"/>
        </a:p>
      </dgm:t>
    </dgm:pt>
    <dgm:pt modelId="{C217AF2D-BAAA-4EBB-9713-20CCAE3FE9FE}" type="sibTrans" cxnId="{03F7B3D5-CCB3-4006-812C-64788FD38DD9}">
      <dgm:prSet/>
      <dgm:spPr/>
      <dgm:t>
        <a:bodyPr/>
        <a:lstStyle/>
        <a:p>
          <a:endParaRPr lang="en-US"/>
        </a:p>
      </dgm:t>
    </dgm:pt>
    <dgm:pt modelId="{0372D226-C54E-4C91-91EE-7E79AE07C1BF}" type="pres">
      <dgm:prSet presAssocID="{2D60E3B0-B2BD-440A-A27A-1E0F5C1C41D4}" presName="linear" presStyleCnt="0">
        <dgm:presLayoutVars>
          <dgm:dir/>
          <dgm:animLvl val="lvl"/>
          <dgm:resizeHandles val="exact"/>
        </dgm:presLayoutVars>
      </dgm:prSet>
      <dgm:spPr/>
    </dgm:pt>
    <dgm:pt modelId="{9B3C378F-515F-4BE9-9CFA-70A53C4A4EA0}" type="pres">
      <dgm:prSet presAssocID="{6630B2F0-9B83-49A3-AFE2-E3D07B2D8BDC}" presName="parentLin" presStyleCnt="0"/>
      <dgm:spPr/>
    </dgm:pt>
    <dgm:pt modelId="{4681F268-76DD-464B-BC65-678379B43A22}" type="pres">
      <dgm:prSet presAssocID="{6630B2F0-9B83-49A3-AFE2-E3D07B2D8BDC}" presName="parentLeftMargin" presStyleLbl="node1" presStyleIdx="0" presStyleCnt="2"/>
      <dgm:spPr/>
    </dgm:pt>
    <dgm:pt modelId="{F4976FAF-DCAB-4F07-B253-29AB864A42FA}" type="pres">
      <dgm:prSet presAssocID="{6630B2F0-9B83-49A3-AFE2-E3D07B2D8B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BC985F6-6813-44A6-BEE8-DF632914DBA1}" type="pres">
      <dgm:prSet presAssocID="{6630B2F0-9B83-49A3-AFE2-E3D07B2D8BDC}" presName="negativeSpace" presStyleCnt="0"/>
      <dgm:spPr/>
    </dgm:pt>
    <dgm:pt modelId="{08AB16DC-D595-47A9-B578-6A463867BA1A}" type="pres">
      <dgm:prSet presAssocID="{6630B2F0-9B83-49A3-AFE2-E3D07B2D8BDC}" presName="childText" presStyleLbl="conFgAcc1" presStyleIdx="0" presStyleCnt="2">
        <dgm:presLayoutVars>
          <dgm:bulletEnabled val="1"/>
        </dgm:presLayoutVars>
      </dgm:prSet>
      <dgm:spPr/>
    </dgm:pt>
    <dgm:pt modelId="{5AC6C885-14FE-45F4-AB20-D571BC43F965}" type="pres">
      <dgm:prSet presAssocID="{8989D9EB-A4EA-45B8-8C98-4643CA88D77E}" presName="spaceBetweenRectangles" presStyleCnt="0"/>
      <dgm:spPr/>
    </dgm:pt>
    <dgm:pt modelId="{1E2CEE40-AC9C-44B9-85D9-714D4484E6E9}" type="pres">
      <dgm:prSet presAssocID="{5DD4341B-F5F5-4881-AD51-B0A35FDB4EED}" presName="parentLin" presStyleCnt="0"/>
      <dgm:spPr/>
    </dgm:pt>
    <dgm:pt modelId="{718A1F07-D8E8-4957-BAC4-C985EB37796B}" type="pres">
      <dgm:prSet presAssocID="{5DD4341B-F5F5-4881-AD51-B0A35FDB4EED}" presName="parentLeftMargin" presStyleLbl="node1" presStyleIdx="0" presStyleCnt="2"/>
      <dgm:spPr/>
    </dgm:pt>
    <dgm:pt modelId="{A27AA2C7-5CA6-4D92-A23B-478DAECFA25E}" type="pres">
      <dgm:prSet presAssocID="{5DD4341B-F5F5-4881-AD51-B0A35FDB4EE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E8E5BAE-F22E-469F-9F3E-2476C6A5AA08}" type="pres">
      <dgm:prSet presAssocID="{5DD4341B-F5F5-4881-AD51-B0A35FDB4EED}" presName="negativeSpace" presStyleCnt="0"/>
      <dgm:spPr/>
    </dgm:pt>
    <dgm:pt modelId="{5F266683-4B88-46AA-B9E7-4CDA14C3598D}" type="pres">
      <dgm:prSet presAssocID="{5DD4341B-F5F5-4881-AD51-B0A35FDB4EE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21350A-ADBB-41E2-9289-B2EDB900E3AF}" srcId="{6630B2F0-9B83-49A3-AFE2-E3D07B2D8BDC}" destId="{C07A039A-A3AB-4FE7-8C3D-1E3131348CD4}" srcOrd="1" destOrd="0" parTransId="{8C7DAB6B-A94E-462B-80E0-0974D388AF92}" sibTransId="{BC3CC0DE-F63E-477A-AFE4-BB31CDB5D9B3}"/>
    <dgm:cxn modelId="{4EAD0822-EFB7-4282-BC1F-383DB9333AF5}" srcId="{5DD4341B-F5F5-4881-AD51-B0A35FDB4EED}" destId="{C4702CB3-5C8A-4F0D-B7E5-4A5F9014BB31}" srcOrd="0" destOrd="0" parTransId="{F841817E-D17A-43E0-BB91-1E3FD99A82D3}" sibTransId="{5245DB8F-D79B-4422-BBE4-692D7F5022E2}"/>
    <dgm:cxn modelId="{9A571626-6D1C-4D5F-8BC2-233D69A1075F}" type="presOf" srcId="{0D9DAC02-B149-45BC-8B9B-27BFE9D8C1A5}" destId="{08AB16DC-D595-47A9-B578-6A463867BA1A}" srcOrd="0" destOrd="0" presId="urn:microsoft.com/office/officeart/2005/8/layout/list1"/>
    <dgm:cxn modelId="{1F05BC42-EC75-4A6B-A503-715D49BEBB34}" srcId="{6630B2F0-9B83-49A3-AFE2-E3D07B2D8BDC}" destId="{0D9DAC02-B149-45BC-8B9B-27BFE9D8C1A5}" srcOrd="0" destOrd="0" parTransId="{300FD758-374E-4962-A5AB-02C3FE847AFB}" sibTransId="{E33F5700-7702-413A-95F5-60932C6EB761}"/>
    <dgm:cxn modelId="{C0451867-6C79-4AFA-AED2-20429B283984}" srcId="{6630B2F0-9B83-49A3-AFE2-E3D07B2D8BDC}" destId="{C5169F5E-987C-4E3A-A985-47BC3D01B7F3}" srcOrd="2" destOrd="0" parTransId="{1C1BD91A-EDAB-4D54-919A-C51B72B39294}" sibTransId="{81F13E21-03F0-4BAE-8871-40A39094AE03}"/>
    <dgm:cxn modelId="{6C280268-4213-4473-964F-ABD121B4A6B2}" type="presOf" srcId="{C07A039A-A3AB-4FE7-8C3D-1E3131348CD4}" destId="{08AB16DC-D595-47A9-B578-6A463867BA1A}" srcOrd="0" destOrd="1" presId="urn:microsoft.com/office/officeart/2005/8/layout/list1"/>
    <dgm:cxn modelId="{BC79346A-7614-48E7-8146-89D662AA3DF4}" srcId="{2D60E3B0-B2BD-440A-A27A-1E0F5C1C41D4}" destId="{5DD4341B-F5F5-4881-AD51-B0A35FDB4EED}" srcOrd="1" destOrd="0" parTransId="{F0C64C0B-D7DF-48CE-A7BF-E8D2C57EF8BB}" sibTransId="{715715AD-BB34-4D88-8ABE-DCF49295A33E}"/>
    <dgm:cxn modelId="{03FD364C-64C3-440A-933B-05FA2DE6DD28}" srcId="{5DD4341B-F5F5-4881-AD51-B0A35FDB4EED}" destId="{5129DFAB-40A7-4D6B-B3EA-0A1BFD36DD49}" srcOrd="1" destOrd="0" parTransId="{53F8B0F8-BC97-4DF2-82E5-71568C463903}" sibTransId="{514AA885-9436-408C-A881-6063D357E938}"/>
    <dgm:cxn modelId="{BD54A552-986B-411D-AB0D-17652015CD15}" type="presOf" srcId="{5DD4341B-F5F5-4881-AD51-B0A35FDB4EED}" destId="{718A1F07-D8E8-4957-BAC4-C985EB37796B}" srcOrd="0" destOrd="0" presId="urn:microsoft.com/office/officeart/2005/8/layout/list1"/>
    <dgm:cxn modelId="{08055977-C7EA-462C-A368-DA47B22A3324}" type="presOf" srcId="{46365995-0180-45EB-ACC5-47CA666ED20C}" destId="{5F266683-4B88-46AA-B9E7-4CDA14C3598D}" srcOrd="0" destOrd="3" presId="urn:microsoft.com/office/officeart/2005/8/layout/list1"/>
    <dgm:cxn modelId="{D1257A7C-93F6-4790-BA97-A2FDCA565535}" type="presOf" srcId="{547CEDE1-570A-4C20-8FC6-B73E7F1A51C4}" destId="{5F266683-4B88-46AA-B9E7-4CDA14C3598D}" srcOrd="0" destOrd="4" presId="urn:microsoft.com/office/officeart/2005/8/layout/list1"/>
    <dgm:cxn modelId="{FB80118B-5FF3-43C8-BC02-A754DA80C874}" srcId="{5DD4341B-F5F5-4881-AD51-B0A35FDB4EED}" destId="{46365995-0180-45EB-ACC5-47CA666ED20C}" srcOrd="3" destOrd="0" parTransId="{6FE29FD5-D23E-441D-9B14-3F23138D34A8}" sibTransId="{84E6250B-AB8B-4900-9B73-87A992FE8752}"/>
    <dgm:cxn modelId="{DEB209A2-AC7E-44AB-8D70-97FCC2841CCC}" srcId="{5DD4341B-F5F5-4881-AD51-B0A35FDB4EED}" destId="{0DBC5C7C-7C4A-4F21-90A3-1E485876F25E}" srcOrd="2" destOrd="0" parTransId="{1CC63439-E457-4CEE-977E-73A818A6CD90}" sibTransId="{87B0AFC2-74BF-4AD7-A403-BAFC7013BD44}"/>
    <dgm:cxn modelId="{C79BA3A4-B293-4685-9890-F2E563122B6F}" type="presOf" srcId="{0DBC5C7C-7C4A-4F21-90A3-1E485876F25E}" destId="{5F266683-4B88-46AA-B9E7-4CDA14C3598D}" srcOrd="0" destOrd="2" presId="urn:microsoft.com/office/officeart/2005/8/layout/list1"/>
    <dgm:cxn modelId="{4BADF7B1-EC71-4818-9176-D6952395BD70}" type="presOf" srcId="{6630B2F0-9B83-49A3-AFE2-E3D07B2D8BDC}" destId="{F4976FAF-DCAB-4F07-B253-29AB864A42FA}" srcOrd="1" destOrd="0" presId="urn:microsoft.com/office/officeart/2005/8/layout/list1"/>
    <dgm:cxn modelId="{5324ADB8-E969-46D5-AE1B-B7FCC5009F44}" type="presOf" srcId="{C4702CB3-5C8A-4F0D-B7E5-4A5F9014BB31}" destId="{5F266683-4B88-46AA-B9E7-4CDA14C3598D}" srcOrd="0" destOrd="0" presId="urn:microsoft.com/office/officeart/2005/8/layout/list1"/>
    <dgm:cxn modelId="{A8DA08B9-FAC5-40C8-85AF-94ACF2151268}" srcId="{2D60E3B0-B2BD-440A-A27A-1E0F5C1C41D4}" destId="{6630B2F0-9B83-49A3-AFE2-E3D07B2D8BDC}" srcOrd="0" destOrd="0" parTransId="{5162A506-ED35-409C-8DDC-BD3EFE7A3327}" sibTransId="{8989D9EB-A4EA-45B8-8C98-4643CA88D77E}"/>
    <dgm:cxn modelId="{F334A6C2-13CF-41FA-AA55-8180041BA074}" type="presOf" srcId="{2D60E3B0-B2BD-440A-A27A-1E0F5C1C41D4}" destId="{0372D226-C54E-4C91-91EE-7E79AE07C1BF}" srcOrd="0" destOrd="0" presId="urn:microsoft.com/office/officeart/2005/8/layout/list1"/>
    <dgm:cxn modelId="{616B9CCB-A6CE-4397-8D63-3733EC5510E5}" type="presOf" srcId="{5DD4341B-F5F5-4881-AD51-B0A35FDB4EED}" destId="{A27AA2C7-5CA6-4D92-A23B-478DAECFA25E}" srcOrd="1" destOrd="0" presId="urn:microsoft.com/office/officeart/2005/8/layout/list1"/>
    <dgm:cxn modelId="{03F7B3D5-CCB3-4006-812C-64788FD38DD9}" srcId="{5DD4341B-F5F5-4881-AD51-B0A35FDB4EED}" destId="{547CEDE1-570A-4C20-8FC6-B73E7F1A51C4}" srcOrd="4" destOrd="0" parTransId="{AF630F86-9907-4BAE-9B10-8122ABB6BBDE}" sibTransId="{C217AF2D-BAAA-4EBB-9713-20CCAE3FE9FE}"/>
    <dgm:cxn modelId="{82C7EDE8-D74B-4AFD-8F41-10B87E988758}" type="presOf" srcId="{C5169F5E-987C-4E3A-A985-47BC3D01B7F3}" destId="{08AB16DC-D595-47A9-B578-6A463867BA1A}" srcOrd="0" destOrd="2" presId="urn:microsoft.com/office/officeart/2005/8/layout/list1"/>
    <dgm:cxn modelId="{55CED8EF-2D87-48A1-9756-64426DAED28E}" type="presOf" srcId="{6630B2F0-9B83-49A3-AFE2-E3D07B2D8BDC}" destId="{4681F268-76DD-464B-BC65-678379B43A22}" srcOrd="0" destOrd="0" presId="urn:microsoft.com/office/officeart/2005/8/layout/list1"/>
    <dgm:cxn modelId="{1BBB56F9-5531-4F74-B234-D2D2660B6835}" type="presOf" srcId="{5129DFAB-40A7-4D6B-B3EA-0A1BFD36DD49}" destId="{5F266683-4B88-46AA-B9E7-4CDA14C3598D}" srcOrd="0" destOrd="1" presId="urn:microsoft.com/office/officeart/2005/8/layout/list1"/>
    <dgm:cxn modelId="{3345232C-D69A-4BAE-9CA8-78A198498677}" type="presParOf" srcId="{0372D226-C54E-4C91-91EE-7E79AE07C1BF}" destId="{9B3C378F-515F-4BE9-9CFA-70A53C4A4EA0}" srcOrd="0" destOrd="0" presId="urn:microsoft.com/office/officeart/2005/8/layout/list1"/>
    <dgm:cxn modelId="{8E65FAFA-71AB-4F63-AA4A-12E98F0BD3B3}" type="presParOf" srcId="{9B3C378F-515F-4BE9-9CFA-70A53C4A4EA0}" destId="{4681F268-76DD-464B-BC65-678379B43A22}" srcOrd="0" destOrd="0" presId="urn:microsoft.com/office/officeart/2005/8/layout/list1"/>
    <dgm:cxn modelId="{01489D11-C29B-4596-983A-D7A463BD123D}" type="presParOf" srcId="{9B3C378F-515F-4BE9-9CFA-70A53C4A4EA0}" destId="{F4976FAF-DCAB-4F07-B253-29AB864A42FA}" srcOrd="1" destOrd="0" presId="urn:microsoft.com/office/officeart/2005/8/layout/list1"/>
    <dgm:cxn modelId="{AA8C2A19-C260-490B-BE9F-8D3238CDB641}" type="presParOf" srcId="{0372D226-C54E-4C91-91EE-7E79AE07C1BF}" destId="{8BC985F6-6813-44A6-BEE8-DF632914DBA1}" srcOrd="1" destOrd="0" presId="urn:microsoft.com/office/officeart/2005/8/layout/list1"/>
    <dgm:cxn modelId="{5F89028D-9667-4FAC-9360-C8AEA3E93412}" type="presParOf" srcId="{0372D226-C54E-4C91-91EE-7E79AE07C1BF}" destId="{08AB16DC-D595-47A9-B578-6A463867BA1A}" srcOrd="2" destOrd="0" presId="urn:microsoft.com/office/officeart/2005/8/layout/list1"/>
    <dgm:cxn modelId="{11C54DA8-1584-46F2-A4B0-0B20BFC24C41}" type="presParOf" srcId="{0372D226-C54E-4C91-91EE-7E79AE07C1BF}" destId="{5AC6C885-14FE-45F4-AB20-D571BC43F965}" srcOrd="3" destOrd="0" presId="urn:microsoft.com/office/officeart/2005/8/layout/list1"/>
    <dgm:cxn modelId="{F0F26161-5A3D-47D4-B2F5-2C527792B458}" type="presParOf" srcId="{0372D226-C54E-4C91-91EE-7E79AE07C1BF}" destId="{1E2CEE40-AC9C-44B9-85D9-714D4484E6E9}" srcOrd="4" destOrd="0" presId="urn:microsoft.com/office/officeart/2005/8/layout/list1"/>
    <dgm:cxn modelId="{D531909A-2967-4355-8FE1-ABBEFD1B407A}" type="presParOf" srcId="{1E2CEE40-AC9C-44B9-85D9-714D4484E6E9}" destId="{718A1F07-D8E8-4957-BAC4-C985EB37796B}" srcOrd="0" destOrd="0" presId="urn:microsoft.com/office/officeart/2005/8/layout/list1"/>
    <dgm:cxn modelId="{C4BCA6E8-75E4-48AF-9AC1-73EC2F0BADB9}" type="presParOf" srcId="{1E2CEE40-AC9C-44B9-85D9-714D4484E6E9}" destId="{A27AA2C7-5CA6-4D92-A23B-478DAECFA25E}" srcOrd="1" destOrd="0" presId="urn:microsoft.com/office/officeart/2005/8/layout/list1"/>
    <dgm:cxn modelId="{6C7DC623-A1ED-43A4-927E-6F5FBA82B829}" type="presParOf" srcId="{0372D226-C54E-4C91-91EE-7E79AE07C1BF}" destId="{3E8E5BAE-F22E-469F-9F3E-2476C6A5AA08}" srcOrd="5" destOrd="0" presId="urn:microsoft.com/office/officeart/2005/8/layout/list1"/>
    <dgm:cxn modelId="{D83444A6-4FCB-47F8-9D08-8587A1495F59}" type="presParOf" srcId="{0372D226-C54E-4C91-91EE-7E79AE07C1BF}" destId="{5F266683-4B88-46AA-B9E7-4CDA14C3598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2A1A1-AF89-4C47-8532-D94CF91CA1FC}">
      <dsp:nvSpPr>
        <dsp:cNvPr id="0" name=""/>
        <dsp:cNvSpPr/>
      </dsp:nvSpPr>
      <dsp:spPr>
        <a:xfrm>
          <a:off x="0" y="2066"/>
          <a:ext cx="6628804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040EB-1A96-42D1-B28D-694CA74D3E5A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D7F3C-F23F-4B47-BA7F-13261AA66DE4}">
      <dsp:nvSpPr>
        <dsp:cNvPr id="0" name=""/>
        <dsp:cNvSpPr/>
      </dsp:nvSpPr>
      <dsp:spPr>
        <a:xfrm>
          <a:off x="1209819" y="2066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Obsidian vault exports give researchers a transparent, navigable, friendly environment.</a:t>
          </a:r>
          <a:endParaRPr lang="en-US" sz="2000" kern="1200"/>
        </a:p>
      </dsp:txBody>
      <dsp:txXfrm>
        <a:off x="1209819" y="2066"/>
        <a:ext cx="5418984" cy="1047462"/>
      </dsp:txXfrm>
    </dsp:sp>
    <dsp:sp modelId="{A3E2A3AC-75F0-47E8-B9B1-9C4CB53715FD}">
      <dsp:nvSpPr>
        <dsp:cNvPr id="0" name=""/>
        <dsp:cNvSpPr/>
      </dsp:nvSpPr>
      <dsp:spPr>
        <a:xfrm>
          <a:off x="0" y="1311395"/>
          <a:ext cx="6628804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4583E-A162-41F5-90E2-DA3BD8D6F8FD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7F9BE-EBED-4B6D-AFBE-52F651CBD52F}">
      <dsp:nvSpPr>
        <dsp:cNvPr id="0" name=""/>
        <dsp:cNvSpPr/>
      </dsp:nvSpPr>
      <dsp:spPr>
        <a:xfrm>
          <a:off x="1209819" y="1311395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Obsidian vault integrates nicely with GenAI enabling researchers to combine automated analysis with human oversight.</a:t>
          </a:r>
          <a:endParaRPr lang="en-US" sz="2000" kern="1200"/>
        </a:p>
      </dsp:txBody>
      <dsp:txXfrm>
        <a:off x="1209819" y="1311395"/>
        <a:ext cx="5418984" cy="1047462"/>
      </dsp:txXfrm>
    </dsp:sp>
    <dsp:sp modelId="{35A04A7E-483C-47A9-9B42-EF9D666EFF9F}">
      <dsp:nvSpPr>
        <dsp:cNvPr id="0" name=""/>
        <dsp:cNvSpPr/>
      </dsp:nvSpPr>
      <dsp:spPr>
        <a:xfrm>
          <a:off x="0" y="2620723"/>
          <a:ext cx="6628804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5794B-83F8-4341-B73C-FD8BF37A6162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687F5-C4C9-4757-B506-55259575360B}">
      <dsp:nvSpPr>
        <dsp:cNvPr id="0" name=""/>
        <dsp:cNvSpPr/>
      </dsp:nvSpPr>
      <dsp:spPr>
        <a:xfrm>
          <a:off x="1209819" y="2620723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Retraction Watch integration provides scientific reliability, by avoiding unreliable content</a:t>
          </a:r>
          <a:endParaRPr lang="en-US" sz="2000" kern="1200" dirty="0"/>
        </a:p>
      </dsp:txBody>
      <dsp:txXfrm>
        <a:off x="1209819" y="2620723"/>
        <a:ext cx="5418984" cy="1047462"/>
      </dsp:txXfrm>
    </dsp:sp>
    <dsp:sp modelId="{099C9F2F-8348-451B-9B4B-DBF9E2E3CD0C}">
      <dsp:nvSpPr>
        <dsp:cNvPr id="0" name=""/>
        <dsp:cNvSpPr/>
      </dsp:nvSpPr>
      <dsp:spPr>
        <a:xfrm>
          <a:off x="0" y="3930051"/>
          <a:ext cx="6628804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67780-BB09-423C-9A92-F455F6BFCB25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5CF833-3351-42F4-B3F5-50489C870AB5}">
      <dsp:nvSpPr>
        <dsp:cNvPr id="0" name=""/>
        <dsp:cNvSpPr/>
      </dsp:nvSpPr>
      <dsp:spPr>
        <a:xfrm>
          <a:off x="1209819" y="3930051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NLP support (topic modelling, clustering) helps researchers quickly understand large fields</a:t>
          </a:r>
          <a:endParaRPr lang="en-US" sz="2000" kern="1200" dirty="0"/>
        </a:p>
      </dsp:txBody>
      <dsp:txXfrm>
        <a:off x="1209819" y="3930051"/>
        <a:ext cx="5418984" cy="1047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6894F-28AC-4738-9EFD-1BD17DCA5DD8}">
      <dsp:nvSpPr>
        <dsp:cNvPr id="0" name=""/>
        <dsp:cNvSpPr/>
      </dsp:nvSpPr>
      <dsp:spPr>
        <a:xfrm>
          <a:off x="0" y="3152"/>
          <a:ext cx="8596668" cy="645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0A1F4-3624-4DA0-8CDC-87FBA133840C}">
      <dsp:nvSpPr>
        <dsp:cNvPr id="0" name=""/>
        <dsp:cNvSpPr/>
      </dsp:nvSpPr>
      <dsp:spPr>
        <a:xfrm>
          <a:off x="195380" y="148477"/>
          <a:ext cx="355237" cy="3552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BF7FA-1082-4962-AA61-DAE47F41FD0A}">
      <dsp:nvSpPr>
        <dsp:cNvPr id="0" name=""/>
        <dsp:cNvSpPr/>
      </dsp:nvSpPr>
      <dsp:spPr>
        <a:xfrm>
          <a:off x="745998" y="3152"/>
          <a:ext cx="3868500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1 – Explore outward from small set of papers</a:t>
          </a:r>
          <a:endParaRPr lang="en-US" sz="1600" kern="1200"/>
        </a:p>
      </dsp:txBody>
      <dsp:txXfrm>
        <a:off x="745998" y="3152"/>
        <a:ext cx="3868500" cy="645886"/>
      </dsp:txXfrm>
    </dsp:sp>
    <dsp:sp modelId="{A52A53C1-13D0-4A06-AB0D-2964843C533B}">
      <dsp:nvSpPr>
        <dsp:cNvPr id="0" name=""/>
        <dsp:cNvSpPr/>
      </dsp:nvSpPr>
      <dsp:spPr>
        <a:xfrm>
          <a:off x="4614499" y="3152"/>
          <a:ext cx="3981439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Starts with one or a few key papers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System automatically finds related papers and expands the literature network</a:t>
          </a:r>
          <a:endParaRPr lang="en-US" sz="1100" kern="1200"/>
        </a:p>
      </dsp:txBody>
      <dsp:txXfrm>
        <a:off x="4614499" y="3152"/>
        <a:ext cx="3981439" cy="645886"/>
      </dsp:txXfrm>
    </dsp:sp>
    <dsp:sp modelId="{0B313812-AB32-47A6-88DE-89561F92CB55}">
      <dsp:nvSpPr>
        <dsp:cNvPr id="0" name=""/>
        <dsp:cNvSpPr/>
      </dsp:nvSpPr>
      <dsp:spPr>
        <a:xfrm>
          <a:off x="0" y="810510"/>
          <a:ext cx="8596668" cy="645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5AADE9-3BCB-4A26-83E5-ED83EA6F4576}">
      <dsp:nvSpPr>
        <dsp:cNvPr id="0" name=""/>
        <dsp:cNvSpPr/>
      </dsp:nvSpPr>
      <dsp:spPr>
        <a:xfrm>
          <a:off x="195380" y="955834"/>
          <a:ext cx="355237" cy="355237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3000" b="-3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E2C7F-8BBB-45FC-8CDC-433C0E05E91A}">
      <dsp:nvSpPr>
        <dsp:cNvPr id="0" name=""/>
        <dsp:cNvSpPr/>
      </dsp:nvSpPr>
      <dsp:spPr>
        <a:xfrm>
          <a:off x="745998" y="810510"/>
          <a:ext cx="3868500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2 – Local papers everywhere</a:t>
          </a:r>
          <a:endParaRPr lang="en-US" sz="1600" kern="1200"/>
        </a:p>
      </dsp:txBody>
      <dsp:txXfrm>
        <a:off x="745998" y="810510"/>
        <a:ext cx="3868500" cy="645886"/>
      </dsp:txXfrm>
    </dsp:sp>
    <dsp:sp modelId="{99F82F62-06DD-45BA-834C-2E2142410FF7}">
      <dsp:nvSpPr>
        <dsp:cNvPr id="0" name=""/>
        <dsp:cNvSpPr/>
      </dsp:nvSpPr>
      <dsp:spPr>
        <a:xfrm>
          <a:off x="4614499" y="810510"/>
          <a:ext cx="3981439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Has PDFs scattered across folders and device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system gathers them into one clean, organized library</a:t>
          </a:r>
          <a:endParaRPr lang="en-US" sz="1100" kern="1200"/>
        </a:p>
      </dsp:txBody>
      <dsp:txXfrm>
        <a:off x="4614499" y="810510"/>
        <a:ext cx="3981439" cy="645886"/>
      </dsp:txXfrm>
    </dsp:sp>
    <dsp:sp modelId="{48C8C0C5-ADC3-4537-969D-334971599415}">
      <dsp:nvSpPr>
        <dsp:cNvPr id="0" name=""/>
        <dsp:cNvSpPr/>
      </dsp:nvSpPr>
      <dsp:spPr>
        <a:xfrm>
          <a:off x="0" y="1617868"/>
          <a:ext cx="8596668" cy="645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AF070-7BDA-4D3C-977C-169798C7D9F3}">
      <dsp:nvSpPr>
        <dsp:cNvPr id="0" name=""/>
        <dsp:cNvSpPr/>
      </dsp:nvSpPr>
      <dsp:spPr>
        <a:xfrm>
          <a:off x="195380" y="1763192"/>
          <a:ext cx="355237" cy="355237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DA21A-618C-4E03-A048-C5021B623DA2}">
      <dsp:nvSpPr>
        <dsp:cNvPr id="0" name=""/>
        <dsp:cNvSpPr/>
      </dsp:nvSpPr>
      <dsp:spPr>
        <a:xfrm>
          <a:off x="745998" y="1617868"/>
          <a:ext cx="3868500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3 – Zotero researcher</a:t>
          </a:r>
          <a:endParaRPr lang="en-US" sz="1600" kern="1200"/>
        </a:p>
      </dsp:txBody>
      <dsp:txXfrm>
        <a:off x="745998" y="1617868"/>
        <a:ext cx="3868500" cy="645886"/>
      </dsp:txXfrm>
    </dsp:sp>
    <dsp:sp modelId="{CF8C06E1-AAF5-4617-B3B1-F5002BEB8C86}">
      <dsp:nvSpPr>
        <dsp:cNvPr id="0" name=""/>
        <dsp:cNvSpPr/>
      </dsp:nvSpPr>
      <dsp:spPr>
        <a:xfrm>
          <a:off x="4614499" y="1617868"/>
          <a:ext cx="3981439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Keeps everything in Zotero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system builds a structured research library from any selected collection</a:t>
          </a:r>
          <a:endParaRPr lang="en-US" sz="1100" kern="1200"/>
        </a:p>
      </dsp:txBody>
      <dsp:txXfrm>
        <a:off x="4614499" y="1617868"/>
        <a:ext cx="3981439" cy="645886"/>
      </dsp:txXfrm>
    </dsp:sp>
    <dsp:sp modelId="{46BA2B41-0BFD-4D4F-8416-E5CF63F962C6}">
      <dsp:nvSpPr>
        <dsp:cNvPr id="0" name=""/>
        <dsp:cNvSpPr/>
      </dsp:nvSpPr>
      <dsp:spPr>
        <a:xfrm>
          <a:off x="0" y="2425225"/>
          <a:ext cx="8596668" cy="645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B58A9-5CF1-40E0-9B5D-B9C6F30ED4F5}">
      <dsp:nvSpPr>
        <dsp:cNvPr id="0" name=""/>
        <dsp:cNvSpPr/>
      </dsp:nvSpPr>
      <dsp:spPr>
        <a:xfrm>
          <a:off x="195380" y="2570550"/>
          <a:ext cx="355237" cy="3552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AA044-BE9C-4666-86AE-D412DDD67507}">
      <dsp:nvSpPr>
        <dsp:cNvPr id="0" name=""/>
        <dsp:cNvSpPr/>
      </dsp:nvSpPr>
      <dsp:spPr>
        <a:xfrm>
          <a:off x="745998" y="2425225"/>
          <a:ext cx="3868500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4 – Hybrid collector</a:t>
          </a:r>
          <a:endParaRPr lang="en-US" sz="1600" kern="1200"/>
        </a:p>
      </dsp:txBody>
      <dsp:txXfrm>
        <a:off x="745998" y="2425225"/>
        <a:ext cx="3868500" cy="645886"/>
      </dsp:txXfrm>
    </dsp:sp>
    <dsp:sp modelId="{D55E718A-F62E-4679-AB01-FC819AC0CAF5}">
      <dsp:nvSpPr>
        <dsp:cNvPr id="0" name=""/>
        <dsp:cNvSpPr/>
      </dsp:nvSpPr>
      <dsp:spPr>
        <a:xfrm>
          <a:off x="4614499" y="2425225"/>
          <a:ext cx="3981439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Uses both Zotero and local files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system merges both sources into one unified library</a:t>
          </a:r>
          <a:endParaRPr lang="en-US" sz="1100" kern="1200"/>
        </a:p>
      </dsp:txBody>
      <dsp:txXfrm>
        <a:off x="4614499" y="2425225"/>
        <a:ext cx="3981439" cy="645886"/>
      </dsp:txXfrm>
    </dsp:sp>
    <dsp:sp modelId="{ED02FA9C-C6C9-4A11-A7C1-0E8DD48B0707}">
      <dsp:nvSpPr>
        <dsp:cNvPr id="0" name=""/>
        <dsp:cNvSpPr/>
      </dsp:nvSpPr>
      <dsp:spPr>
        <a:xfrm>
          <a:off x="0" y="3232583"/>
          <a:ext cx="8596668" cy="645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D8351-C291-4854-B51C-A1B75D71694C}">
      <dsp:nvSpPr>
        <dsp:cNvPr id="0" name=""/>
        <dsp:cNvSpPr/>
      </dsp:nvSpPr>
      <dsp:spPr>
        <a:xfrm>
          <a:off x="195380" y="3377907"/>
          <a:ext cx="355237" cy="3552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36F4C-4C47-4522-912D-3C581274694E}">
      <dsp:nvSpPr>
        <dsp:cNvPr id="0" name=""/>
        <dsp:cNvSpPr/>
      </dsp:nvSpPr>
      <dsp:spPr>
        <a:xfrm>
          <a:off x="745998" y="3232583"/>
          <a:ext cx="3868500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5– Notes taker</a:t>
          </a:r>
          <a:endParaRPr lang="en-US" sz="1600" kern="1200"/>
        </a:p>
      </dsp:txBody>
      <dsp:txXfrm>
        <a:off x="745998" y="3232583"/>
        <a:ext cx="3868500" cy="645886"/>
      </dsp:txXfrm>
    </dsp:sp>
    <dsp:sp modelId="{DF7A82A8-5620-4F0D-9706-77382C5D18EF}">
      <dsp:nvSpPr>
        <dsp:cNvPr id="0" name=""/>
        <dsp:cNvSpPr/>
      </dsp:nvSpPr>
      <dsp:spPr>
        <a:xfrm>
          <a:off x="4614499" y="3232583"/>
          <a:ext cx="3981439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Wants papers and notes connected in one place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system creates an Obsidian vault where each paper has its own note page</a:t>
          </a:r>
          <a:endParaRPr lang="en-US" sz="1100" kern="1200"/>
        </a:p>
      </dsp:txBody>
      <dsp:txXfrm>
        <a:off x="4614499" y="3232583"/>
        <a:ext cx="3981439" cy="645886"/>
      </dsp:txXfrm>
    </dsp:sp>
    <dsp:sp modelId="{F1338B70-7C41-4DAC-9AF8-734635661316}">
      <dsp:nvSpPr>
        <dsp:cNvPr id="0" name=""/>
        <dsp:cNvSpPr/>
      </dsp:nvSpPr>
      <dsp:spPr>
        <a:xfrm>
          <a:off x="0" y="4039941"/>
          <a:ext cx="8596668" cy="645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39376-376D-4D68-8BC3-1802DA3E4704}">
      <dsp:nvSpPr>
        <dsp:cNvPr id="0" name=""/>
        <dsp:cNvSpPr/>
      </dsp:nvSpPr>
      <dsp:spPr>
        <a:xfrm>
          <a:off x="195380" y="4185265"/>
          <a:ext cx="355237" cy="355237"/>
        </a:xfrm>
        <a:prstGeom prst="rect">
          <a:avLst/>
        </a:prstGeom>
        <a:blipFill>
          <a:blip xmlns:r="http://schemas.openxmlformats.org/officeDocument/2006/relationships" r:embed="rId9"/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7CF8A-BAF9-4070-86CC-FA5EAD56D230}">
      <dsp:nvSpPr>
        <dsp:cNvPr id="0" name=""/>
        <dsp:cNvSpPr/>
      </dsp:nvSpPr>
      <dsp:spPr>
        <a:xfrm>
          <a:off x="745998" y="4039941"/>
          <a:ext cx="3868500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6 – Needs topic overview</a:t>
          </a:r>
          <a:endParaRPr lang="en-US" sz="1600" kern="1200"/>
        </a:p>
      </dsp:txBody>
      <dsp:txXfrm>
        <a:off x="745998" y="4039941"/>
        <a:ext cx="3868500" cy="645886"/>
      </dsp:txXfrm>
    </dsp:sp>
    <dsp:sp modelId="{0A469DD4-DEBA-44D0-8385-D9417A26F2A0}">
      <dsp:nvSpPr>
        <dsp:cNvPr id="0" name=""/>
        <dsp:cNvSpPr/>
      </dsp:nvSpPr>
      <dsp:spPr>
        <a:xfrm>
          <a:off x="4614499" y="4039941"/>
          <a:ext cx="3981439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Has many papers but no sense of structure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system groups them into clear topics and themes automatically</a:t>
          </a:r>
          <a:endParaRPr lang="en-US" sz="1100" kern="1200"/>
        </a:p>
      </dsp:txBody>
      <dsp:txXfrm>
        <a:off x="4614499" y="4039941"/>
        <a:ext cx="3981439" cy="645886"/>
      </dsp:txXfrm>
    </dsp:sp>
    <dsp:sp modelId="{AAF1A4C1-2237-4D69-A8D9-D2C002C827EC}">
      <dsp:nvSpPr>
        <dsp:cNvPr id="0" name=""/>
        <dsp:cNvSpPr/>
      </dsp:nvSpPr>
      <dsp:spPr>
        <a:xfrm>
          <a:off x="0" y="4847298"/>
          <a:ext cx="8596668" cy="645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E5DFC-CB3C-4F32-815E-51A23E6AF042}">
      <dsp:nvSpPr>
        <dsp:cNvPr id="0" name=""/>
        <dsp:cNvSpPr/>
      </dsp:nvSpPr>
      <dsp:spPr>
        <a:xfrm>
          <a:off x="195380" y="4992623"/>
          <a:ext cx="355237" cy="355237"/>
        </a:xfrm>
        <a:prstGeom prst="rect">
          <a:avLst/>
        </a:prstGeom>
        <a:blipFill>
          <a:blip xmlns:r="http://schemas.openxmlformats.org/officeDocument/2006/relationships" r:embed="rId10"/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59129-6FCA-4B5F-B68E-17A1BCA43EA7}">
      <dsp:nvSpPr>
        <dsp:cNvPr id="0" name=""/>
        <dsp:cNvSpPr/>
      </dsp:nvSpPr>
      <dsp:spPr>
        <a:xfrm>
          <a:off x="745998" y="4847298"/>
          <a:ext cx="3868500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7 – Cares about reliability</a:t>
          </a:r>
          <a:endParaRPr lang="en-US" sz="1600" kern="1200"/>
        </a:p>
      </dsp:txBody>
      <dsp:txXfrm>
        <a:off x="745998" y="4847298"/>
        <a:ext cx="3868500" cy="645886"/>
      </dsp:txXfrm>
    </dsp:sp>
    <dsp:sp modelId="{2167B8FE-8A1E-4656-9994-70B19BCD6B92}">
      <dsp:nvSpPr>
        <dsp:cNvPr id="0" name=""/>
        <dsp:cNvSpPr/>
      </dsp:nvSpPr>
      <dsp:spPr>
        <a:xfrm>
          <a:off x="4614499" y="4847298"/>
          <a:ext cx="3981439" cy="645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56" tIns="68356" rIns="68356" bIns="6835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Wants to avoid low-quality or retracted research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system highlights retractions.</a:t>
          </a:r>
          <a:endParaRPr lang="en-US" sz="1100" kern="1200"/>
        </a:p>
      </dsp:txBody>
      <dsp:txXfrm>
        <a:off x="4614499" y="4847298"/>
        <a:ext cx="3981439" cy="645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B16DC-D595-47A9-B578-6A463867BA1A}">
      <dsp:nvSpPr>
        <dsp:cNvPr id="0" name=""/>
        <dsp:cNvSpPr/>
      </dsp:nvSpPr>
      <dsp:spPr>
        <a:xfrm>
          <a:off x="0" y="382215"/>
          <a:ext cx="6628804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469" tIns="354076" rIns="51446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Summarizing individual papers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Useful to interpret research when it’s already collected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Helpful for explanations</a:t>
          </a:r>
          <a:endParaRPr lang="en-US" sz="1700" kern="1200"/>
        </a:p>
      </dsp:txBody>
      <dsp:txXfrm>
        <a:off x="0" y="382215"/>
        <a:ext cx="6628804" cy="1231650"/>
      </dsp:txXfrm>
    </dsp:sp>
    <dsp:sp modelId="{F4976FAF-DCAB-4F07-B253-29AB864A42FA}">
      <dsp:nvSpPr>
        <dsp:cNvPr id="0" name=""/>
        <dsp:cNvSpPr/>
      </dsp:nvSpPr>
      <dsp:spPr>
        <a:xfrm>
          <a:off x="331440" y="131295"/>
          <a:ext cx="4640162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Where are GenAI tools strong</a:t>
          </a:r>
          <a:endParaRPr lang="en-US" sz="1700" kern="1200"/>
        </a:p>
      </dsp:txBody>
      <dsp:txXfrm>
        <a:off x="355938" y="155793"/>
        <a:ext cx="4591166" cy="452844"/>
      </dsp:txXfrm>
    </dsp:sp>
    <dsp:sp modelId="{5F266683-4B88-46AA-B9E7-4CDA14C3598D}">
      <dsp:nvSpPr>
        <dsp:cNvPr id="0" name=""/>
        <dsp:cNvSpPr/>
      </dsp:nvSpPr>
      <dsp:spPr>
        <a:xfrm>
          <a:off x="0" y="1956585"/>
          <a:ext cx="6628804" cy="2891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1277375"/>
              <a:satOff val="3509"/>
              <a:lumOff val="23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469" tIns="354076" rIns="51446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Structured workflow from ingest → filtering → clustering → synthesis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Citation-based expansion from seed papers, not keyword guessing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Reliability checks (retractions, suspicious venues, metadata gaps)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Unified research environment (Obsidian vault) that AI tools can build on top of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Hybrid approach: humans curate, AI helps with reasoning and synthesis</a:t>
          </a:r>
          <a:endParaRPr lang="en-US" sz="1700" kern="1200"/>
        </a:p>
      </dsp:txBody>
      <dsp:txXfrm>
        <a:off x="0" y="1956585"/>
        <a:ext cx="6628804" cy="2891700"/>
      </dsp:txXfrm>
    </dsp:sp>
    <dsp:sp modelId="{A27AA2C7-5CA6-4D92-A23B-478DAECFA25E}">
      <dsp:nvSpPr>
        <dsp:cNvPr id="0" name=""/>
        <dsp:cNvSpPr/>
      </dsp:nvSpPr>
      <dsp:spPr>
        <a:xfrm>
          <a:off x="331440" y="1705665"/>
          <a:ext cx="4640162" cy="501840"/>
        </a:xfrm>
        <a:prstGeom prst="roundRect">
          <a:avLst/>
        </a:prstGeom>
        <a:gradFill rotWithShape="0">
          <a:gsLst>
            <a:gs pos="0">
              <a:schemeClr val="accent2">
                <a:hueOff val="-1277375"/>
                <a:satOff val="3509"/>
                <a:lumOff val="2352"/>
                <a:alphaOff val="0"/>
                <a:tint val="96000"/>
                <a:lumMod val="100000"/>
              </a:schemeClr>
            </a:gs>
            <a:gs pos="78000">
              <a:schemeClr val="accent2">
                <a:hueOff val="-1277375"/>
                <a:satOff val="3509"/>
                <a:lumOff val="235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What our system adds</a:t>
          </a:r>
          <a:endParaRPr lang="en-US" sz="1700" kern="1200"/>
        </a:p>
      </dsp:txBody>
      <dsp:txXfrm>
        <a:off x="355938" y="1730163"/>
        <a:ext cx="4591166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ABBAB-EBA1-4177-B115-5AB31F2ED470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3AE0D-B9DA-45A3-9B19-01ED2DF9EC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488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304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02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415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833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385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860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107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2144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269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242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0763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9698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1430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58462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9264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568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654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B677-CDF0-7D60-D41C-1A8A776BF5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dirty="0"/>
              <a:t>Research Navigation System: Capabilities &amp; Workflow Overview</a:t>
            </a:r>
            <a:endParaRPr lang="en-NL" sz="4400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680558-246B-2043-6BA4-AD4ED0A3D8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5547" y="4399228"/>
            <a:ext cx="9112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A high-level view of how the system helps researchers explore scientific domains.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IXD Portfolio | About">
            <a:extLst>
              <a:ext uri="{FF2B5EF4-FFF2-40B4-BE49-F238E27FC236}">
                <a16:creationId xmlns:a16="http://schemas.microsoft.com/office/drawing/2014/main" id="{7C341AF3-3454-7548-36C5-4F5BF4811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241" y="5807383"/>
            <a:ext cx="2143759" cy="105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77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8B45FD-2D02-9504-F5A2-84557CE5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F2B0BF-481D-F1F8-FBFE-DF6510665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system accelerates understanding of scientific domains through structured literature exploration</a:t>
            </a:r>
          </a:p>
          <a:p>
            <a:r>
              <a:rPr lang="en-GB" dirty="0"/>
              <a:t>It builds and analysed citation networks starting from seed papers and keywords/expressions</a:t>
            </a:r>
          </a:p>
          <a:p>
            <a:r>
              <a:rPr lang="en-GB" dirty="0"/>
              <a:t>It organizes and analyses the literature to help researchers quickly understand a scientific domain.</a:t>
            </a:r>
          </a:p>
          <a:p>
            <a:r>
              <a:rPr lang="en-GB" dirty="0"/>
              <a:t>It exports everything into an Obsidian vault for transparent, AI-supported research workflows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0293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69B9D-1A1F-3824-A3E1-99421E67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High-Level System Capabilities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BA329A6-AB0B-DBFA-74C2-35DEA8022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4429588" cy="388077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Crawling and expanding literature networks from a small subset of seed papers and keywords</a:t>
            </a:r>
          </a:p>
          <a:p>
            <a:r>
              <a:rPr lang="en-GB" dirty="0"/>
              <a:t>Ingesting papers from various sources (PDFs, Zotero libraries)</a:t>
            </a:r>
          </a:p>
          <a:p>
            <a:r>
              <a:rPr lang="en-GB" dirty="0"/>
              <a:t>Enriching metadata to fill gaps</a:t>
            </a:r>
          </a:p>
          <a:p>
            <a:r>
              <a:rPr lang="en-GB" dirty="0"/>
              <a:t>Ranking and filtering papers based on relevance, centrality and recency</a:t>
            </a:r>
          </a:p>
          <a:p>
            <a:r>
              <a:rPr lang="en-GB" dirty="0"/>
              <a:t>Detecting unreliable papers via Retraction Watch checks</a:t>
            </a:r>
          </a:p>
          <a:p>
            <a:r>
              <a:rPr lang="en-GB" dirty="0"/>
              <a:t>Summarizing and structuring in the field (Topics, major venues, key experts)</a:t>
            </a:r>
          </a:p>
          <a:p>
            <a:r>
              <a:rPr lang="en-GB" dirty="0"/>
              <a:t>Exporting results into an Obsidian vault for integration with AI tools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60795474-56CD-3FD2-7E48-94D1C133788C}"/>
              </a:ext>
            </a:extLst>
          </p:cNvPr>
          <p:cNvSpPr/>
          <p:nvPr/>
        </p:nvSpPr>
        <p:spPr>
          <a:xfrm>
            <a:off x="5106923" y="2160589"/>
            <a:ext cx="1828800" cy="1097280"/>
          </a:xfrm>
          <a:prstGeom prst="roundRect">
            <a:avLst/>
          </a:prstGeom>
          <a:solidFill>
            <a:srgbClr val="B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/>
              <a:t>Build Library</a:t>
            </a:r>
          </a:p>
          <a:p>
            <a:pPr algn="ctr"/>
            <a:r>
              <a:rPr dirty="0"/>
              <a:t>from Scratch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5735B15-DE1F-3048-37FA-BD3B1FE4C8FB}"/>
              </a:ext>
            </a:extLst>
          </p:cNvPr>
          <p:cNvSpPr/>
          <p:nvPr/>
        </p:nvSpPr>
        <p:spPr>
          <a:xfrm>
            <a:off x="7301482" y="2160589"/>
            <a:ext cx="1828800" cy="1097280"/>
          </a:xfrm>
          <a:prstGeom prst="roundRect">
            <a:avLst/>
          </a:prstGeom>
          <a:solidFill>
            <a:srgbClr val="B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/>
              <a:t>Build from</a:t>
            </a:r>
          </a:p>
          <a:p>
            <a:pPr algn="ctr"/>
            <a:r>
              <a:rPr dirty="0"/>
              <a:t>Zotero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BBF2A8D0-42DC-B5D6-7496-34189BE340CD}"/>
              </a:ext>
            </a:extLst>
          </p:cNvPr>
          <p:cNvSpPr/>
          <p:nvPr/>
        </p:nvSpPr>
        <p:spPr>
          <a:xfrm>
            <a:off x="9496043" y="2160589"/>
            <a:ext cx="1828800" cy="1097280"/>
          </a:xfrm>
          <a:prstGeom prst="roundRect">
            <a:avLst/>
          </a:prstGeom>
          <a:solidFill>
            <a:srgbClr val="B4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/>
              <a:t>Build from</a:t>
            </a:r>
          </a:p>
          <a:p>
            <a:pPr algn="ctr"/>
            <a:r>
              <a:rPr dirty="0"/>
              <a:t>PDF Folder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2155AC-FB23-0E9A-29AD-87496A6C05C4}"/>
              </a:ext>
            </a:extLst>
          </p:cNvPr>
          <p:cNvSpPr/>
          <p:nvPr/>
        </p:nvSpPr>
        <p:spPr>
          <a:xfrm>
            <a:off x="6253812" y="3532189"/>
            <a:ext cx="4219859" cy="548640"/>
          </a:xfrm>
          <a:prstGeom prst="rect">
            <a:avLst/>
          </a:prstGeom>
          <a:solidFill>
            <a:srgbClr val="FFAA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rPr dirty="0"/>
              <a:t>🛡 Retraction Watch – Safety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86AF74-F119-B46B-5895-7F835AD42F8A}"/>
              </a:ext>
            </a:extLst>
          </p:cNvPr>
          <p:cNvSpPr/>
          <p:nvPr/>
        </p:nvSpPr>
        <p:spPr>
          <a:xfrm>
            <a:off x="6253812" y="4263709"/>
            <a:ext cx="4219859" cy="914400"/>
          </a:xfrm>
          <a:prstGeom prst="rect">
            <a:avLst/>
          </a:prstGeom>
          <a:solidFill>
            <a:srgbClr val="D2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rPr dirty="0"/>
              <a:t> Obsidian Vault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729C00-BB05-3889-E7D9-6848CD262D0B}"/>
              </a:ext>
            </a:extLst>
          </p:cNvPr>
          <p:cNvSpPr/>
          <p:nvPr/>
        </p:nvSpPr>
        <p:spPr>
          <a:xfrm>
            <a:off x="10828867" y="4323788"/>
            <a:ext cx="1371600" cy="822960"/>
          </a:xfrm>
          <a:prstGeom prst="ellipse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dirty="0">
                <a:solidFill>
                  <a:schemeClr val="tx1"/>
                </a:solidFill>
              </a:rPr>
              <a:t>🤖 AI Engine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CEDC5C-4357-4084-D291-345CBAB9B5BE}"/>
              </a:ext>
            </a:extLst>
          </p:cNvPr>
          <p:cNvSpPr/>
          <p:nvPr/>
        </p:nvSpPr>
        <p:spPr>
          <a:xfrm>
            <a:off x="7769382" y="5640173"/>
            <a:ext cx="1188720" cy="548640"/>
          </a:xfrm>
          <a:prstGeom prst="rect">
            <a:avLst/>
          </a:prstGeom>
          <a:solidFill>
            <a:srgbClr val="FFF5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</a:rPr>
              <a:t>📝 Notes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A1D94-B0C1-5D81-81BA-27D63DEC3863}"/>
              </a:ext>
            </a:extLst>
          </p:cNvPr>
          <p:cNvSpPr txBox="1"/>
          <p:nvPr/>
        </p:nvSpPr>
        <p:spPr>
          <a:xfrm>
            <a:off x="5474627" y="568102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👤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FBE5EF-96BD-6AED-94E5-F4A51D23343F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>
            <a:off x="10473671" y="4720909"/>
            <a:ext cx="355196" cy="14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717BEB-2DF6-5294-D21D-F859A1B1A8DA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6389027" y="5909629"/>
            <a:ext cx="1380355" cy="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3D645D-7A62-2F9D-A2C4-08461A784B3D}"/>
              </a:ext>
            </a:extLst>
          </p:cNvPr>
          <p:cNvCxnSpPr>
            <a:stCxn id="10" idx="0"/>
            <a:endCxn id="8" idx="2"/>
          </p:cNvCxnSpPr>
          <p:nvPr/>
        </p:nvCxnSpPr>
        <p:spPr>
          <a:xfrm flipV="1">
            <a:off x="8363742" y="5178109"/>
            <a:ext cx="0" cy="462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4" descr="Obsidian - Wikipedia">
            <a:extLst>
              <a:ext uri="{FF2B5EF4-FFF2-40B4-BE49-F238E27FC236}">
                <a16:creationId xmlns:a16="http://schemas.microsoft.com/office/drawing/2014/main" id="{12420584-5977-88B3-449F-20C3D79F8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788" y="4270519"/>
            <a:ext cx="861870" cy="8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Ten takeaways from ten years at Retraction Watch – Retraction Watch">
            <a:extLst>
              <a:ext uri="{FF2B5EF4-FFF2-40B4-BE49-F238E27FC236}">
                <a16:creationId xmlns:a16="http://schemas.microsoft.com/office/drawing/2014/main" id="{64F63477-5008-9C1B-1EBF-2E743EAAC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172" y="3532190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541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8227F0-9A7E-5718-EAE8-4936770C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GB" sz="4400"/>
              <a:t>Why these choices matter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D19C369F-137D-54C8-F0AD-6F947CADAB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953481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846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626BA-C20B-8DF8-3B51-376B68AF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65760"/>
            <a:ext cx="8596668" cy="1320800"/>
          </a:xfrm>
        </p:spPr>
        <p:txBody>
          <a:bodyPr/>
          <a:lstStyle/>
          <a:p>
            <a:r>
              <a:rPr lang="en-GB" dirty="0"/>
              <a:t>User Workflow / Experience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39EF11D6-3957-4A84-B90E-31E617BA0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785596"/>
              </p:ext>
            </p:extLst>
          </p:nvPr>
        </p:nvGraphicFramePr>
        <p:xfrm>
          <a:off x="677334" y="1117822"/>
          <a:ext cx="8596668" cy="5496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696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C91554-05BF-AE3D-4AB8-6B9F2F6E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GB" sz="4400"/>
              <a:t>Comparative Analysis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ijdelijke aanduiding voor inhoud 2">
            <a:extLst>
              <a:ext uri="{FF2B5EF4-FFF2-40B4-BE49-F238E27FC236}">
                <a16:creationId xmlns:a16="http://schemas.microsoft.com/office/drawing/2014/main" id="{6B3D8B84-A612-9931-9AC2-A196DED7F5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808802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09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63F76C-77AE-1681-498F-09366808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-497249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GB" dirty="0"/>
              <a:t>Interview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C2618A6-021A-8410-EF10-1D399A26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sz="1400" b="1"/>
              <a:t>We Would Value Your Input</a:t>
            </a:r>
          </a:p>
          <a:p>
            <a:pPr lvl="1">
              <a:lnSpc>
                <a:spcPct val="90000"/>
              </a:lnSpc>
            </a:pPr>
            <a:r>
              <a:rPr lang="en-GB" sz="1400"/>
              <a:t>We would love to get your feedback on how this workflow and research environment fit with your needs.</a:t>
            </a:r>
          </a:p>
          <a:p>
            <a:pPr lvl="1">
              <a:lnSpc>
                <a:spcPct val="90000"/>
              </a:lnSpc>
            </a:pPr>
            <a:endParaRPr lang="en-GB" sz="1400" b="1"/>
          </a:p>
          <a:p>
            <a:pPr>
              <a:lnSpc>
                <a:spcPct val="90000"/>
              </a:lnSpc>
            </a:pPr>
            <a:r>
              <a:rPr lang="en-GB" sz="1400" b="1"/>
              <a:t>What We’d Like to Learn</a:t>
            </a:r>
          </a:p>
          <a:p>
            <a:pPr lvl="1">
              <a:lnSpc>
                <a:spcPct val="90000"/>
              </a:lnSpc>
            </a:pPr>
            <a:r>
              <a:rPr lang="en-GB" sz="1400"/>
              <a:t>Which parts of the workflow feel most useful</a:t>
            </a:r>
          </a:p>
          <a:p>
            <a:pPr lvl="1">
              <a:lnSpc>
                <a:spcPct val="90000"/>
              </a:lnSpc>
            </a:pPr>
            <a:r>
              <a:rPr lang="en-GB" sz="1400"/>
              <a:t>What could be improved or simplified</a:t>
            </a:r>
          </a:p>
          <a:p>
            <a:pPr lvl="1">
              <a:lnSpc>
                <a:spcPct val="90000"/>
              </a:lnSpc>
            </a:pPr>
            <a:r>
              <a:rPr lang="en-GB" sz="1400"/>
              <a:t>How you typically search, organize, and </a:t>
            </a:r>
            <a:r>
              <a:rPr lang="en-GB" sz="1400" err="1"/>
              <a:t>analyze</a:t>
            </a:r>
            <a:r>
              <a:rPr lang="en-GB" sz="1400"/>
              <a:t> literature</a:t>
            </a:r>
          </a:p>
          <a:p>
            <a:pPr lvl="1">
              <a:lnSpc>
                <a:spcPct val="90000"/>
              </a:lnSpc>
            </a:pPr>
            <a:r>
              <a:rPr lang="en-GB" sz="1400"/>
              <a:t>Any features or capabilities that would help your research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1400" b="1"/>
          </a:p>
          <a:p>
            <a:pPr>
              <a:lnSpc>
                <a:spcPct val="90000"/>
              </a:lnSpc>
            </a:pPr>
            <a:r>
              <a:rPr lang="en-GB" sz="1400" b="1"/>
              <a:t>Why Your Perspective Matters</a:t>
            </a:r>
          </a:p>
          <a:p>
            <a:pPr lvl="1">
              <a:lnSpc>
                <a:spcPct val="90000"/>
              </a:lnSpc>
            </a:pPr>
            <a:r>
              <a:rPr lang="en-GB" sz="1400"/>
              <a:t>Your perspective can help us shape the workflow to better support different types of research practices and prioritize what truly matters to users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1400" b="1"/>
          </a:p>
          <a:p>
            <a:pPr marL="0" indent="0">
              <a:lnSpc>
                <a:spcPct val="90000"/>
              </a:lnSpc>
              <a:buNone/>
            </a:pPr>
            <a:r>
              <a:rPr lang="en-GB" sz="1400"/>
              <a:t>If you’re open to it, we’d appreciate a short 20–30 minute conversation at your convenience.</a:t>
            </a:r>
            <a:endParaRPr lang="en-GB" sz="1400" b="1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pic>
        <p:nvPicPr>
          <p:cNvPr id="2050" name="Picture 2" descr="Interview - Free communications icons">
            <a:extLst>
              <a:ext uri="{FF2B5EF4-FFF2-40B4-BE49-F238E27FC236}">
                <a16:creationId xmlns:a16="http://schemas.microsoft.com/office/drawing/2014/main" id="{3C8F8684-A739-A6A5-CFEB-6C9C77696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" y="2604609"/>
            <a:ext cx="2194559" cy="21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46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A291-A40B-B44A-8B0C-951D5052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836" y="2768600"/>
            <a:ext cx="8596668" cy="1320800"/>
          </a:xfrm>
        </p:spPr>
        <p:txBody>
          <a:bodyPr>
            <a:normAutofit/>
          </a:bodyPr>
          <a:lstStyle/>
          <a:p>
            <a:r>
              <a:rPr lang="en-GB" sz="4800" dirty="0"/>
              <a:t>Appendix</a:t>
            </a:r>
            <a:endParaRPr lang="en-NL" sz="4800" dirty="0"/>
          </a:p>
        </p:txBody>
      </p:sp>
      <p:pic>
        <p:nvPicPr>
          <p:cNvPr id="3" name="Picture 2" descr="IXD Portfolio | About">
            <a:extLst>
              <a:ext uri="{FF2B5EF4-FFF2-40B4-BE49-F238E27FC236}">
                <a16:creationId xmlns:a16="http://schemas.microsoft.com/office/drawing/2014/main" id="{D1409AF9-C965-EF91-E1DD-C5A309C2E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241" y="5807383"/>
            <a:ext cx="2143759" cy="105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186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C66F-B6DB-0ADF-DBF1-1E909A13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Obsidian integration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09E5-A9E3-5576-7337-1ACC29E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How the system uses Obsidian</a:t>
            </a:r>
            <a:endParaRPr lang="en-GB" dirty="0"/>
          </a:p>
          <a:p>
            <a:r>
              <a:rPr lang="en-GB" dirty="0"/>
              <a:t>The system exports the final structured literature </a:t>
            </a:r>
            <a:br>
              <a:rPr lang="en-GB" dirty="0"/>
            </a:br>
            <a:r>
              <a:rPr lang="en-GB" dirty="0"/>
              <a:t>collection directly into an </a:t>
            </a:r>
            <a:r>
              <a:rPr lang="en-GB" b="1" dirty="0"/>
              <a:t>Obsidian vault</a:t>
            </a:r>
            <a:r>
              <a:rPr lang="en-GB" dirty="0"/>
              <a:t>.</a:t>
            </a:r>
          </a:p>
          <a:p>
            <a:r>
              <a:rPr lang="en-GB" dirty="0"/>
              <a:t>Each paper becomes a </a:t>
            </a:r>
            <a:r>
              <a:rPr lang="en-GB" b="1" dirty="0"/>
              <a:t>Markdown file</a:t>
            </a:r>
            <a:r>
              <a:rPr lang="en-GB" dirty="0"/>
              <a:t> with their metadata</a:t>
            </a:r>
          </a:p>
          <a:p>
            <a:r>
              <a:rPr lang="en-GB" dirty="0"/>
              <a:t>The vault includes:</a:t>
            </a:r>
          </a:p>
          <a:p>
            <a:pPr lvl="1"/>
            <a:r>
              <a:rPr lang="en-GB" dirty="0"/>
              <a:t>Organized subfolders</a:t>
            </a:r>
          </a:p>
          <a:p>
            <a:pPr lvl="1"/>
            <a:r>
              <a:rPr lang="en-GB" dirty="0"/>
              <a:t>Topic modelling figures</a:t>
            </a:r>
          </a:p>
          <a:p>
            <a:pPr lvl="1"/>
            <a:r>
              <a:rPr lang="en-GB" dirty="0"/>
              <a:t>Summaries (top venues, top authors, forbidden papers, influential papers)</a:t>
            </a:r>
          </a:p>
          <a:p>
            <a:r>
              <a:rPr lang="en-GB" dirty="0"/>
              <a:t>This provides a </a:t>
            </a:r>
            <a:r>
              <a:rPr lang="en-GB" b="1" dirty="0"/>
              <a:t>navigable, human-readable knowledge base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https://obsidian.md</a:t>
            </a:r>
            <a:endParaRPr lang="en-GB" b="1" dirty="0"/>
          </a:p>
          <a:p>
            <a:pPr lvl="1"/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093BAB-4D1A-F771-8290-E4097C8F8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exports the final structured literature collection directly into an </a:t>
            </a:r>
            <a:r>
              <a:rPr kumimoji="0" lang="en-NL" altLang="en-N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Obsidian vault</a:t>
            </a:r>
            <a:r>
              <a:rPr kumimoji="0" lang="en-NL" altLang="en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EA311A-353A-9A1C-7AAA-C1EA49BE1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086" y="441220"/>
            <a:ext cx="4223914" cy="33642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853572-C869-2DAE-1309-E4231E31F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086" y="3805482"/>
            <a:ext cx="4223914" cy="244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50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4F6D-4230-312A-2F61-255DDCF7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Retraction Watch Integration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9B04-E64F-DD34-3A6B-CFCA0961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6632"/>
            <a:ext cx="8596668" cy="49179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How the system checks paper reliability</a:t>
            </a:r>
          </a:p>
          <a:p>
            <a:r>
              <a:rPr lang="en-GB" dirty="0"/>
              <a:t>Every paper discovered by the crawler is checked against the </a:t>
            </a:r>
            <a:r>
              <a:rPr lang="en-GB" b="1" dirty="0"/>
              <a:t>Retraction Watch database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Any matches are:</a:t>
            </a:r>
          </a:p>
          <a:p>
            <a:pPr lvl="1"/>
            <a:r>
              <a:rPr lang="en-GB" dirty="0"/>
              <a:t>Marked as </a:t>
            </a:r>
            <a:r>
              <a:rPr lang="en-GB" b="1" dirty="0"/>
              <a:t>retracted</a:t>
            </a:r>
          </a:p>
          <a:p>
            <a:pPr lvl="1"/>
            <a:r>
              <a:rPr lang="en-GB" dirty="0"/>
              <a:t>Excluded from the high-quality network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Why this matters</a:t>
            </a:r>
          </a:p>
          <a:p>
            <a:r>
              <a:rPr lang="en-GB" dirty="0"/>
              <a:t>Ensures the literature graph is </a:t>
            </a:r>
            <a:r>
              <a:rPr lang="en-GB" b="1" dirty="0"/>
              <a:t>trustworthy</a:t>
            </a:r>
          </a:p>
          <a:p>
            <a:r>
              <a:rPr lang="en-GB" dirty="0"/>
              <a:t>Helps avoid paper-mill content (became more common in 2020–2022)</a:t>
            </a:r>
          </a:p>
          <a:p>
            <a:r>
              <a:rPr lang="en-GB" dirty="0"/>
              <a:t>Protects researchers from building on unreliable or fraudulent work</a:t>
            </a:r>
            <a:br>
              <a:rPr lang="en-GB" dirty="0"/>
            </a:br>
            <a:br>
              <a:rPr lang="en-GB" dirty="0"/>
            </a:br>
            <a:r>
              <a:rPr lang="en-GB" dirty="0"/>
              <a:t>https://retractionwatch.com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96229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B684-040A-D4C0-B715-7F6AC957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screen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66F63-9C2D-F884-CA09-88A6B5D4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65376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Choose how to start</a:t>
            </a:r>
            <a:endParaRPr lang="en-N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6DF48A-C210-8CB2-846B-A97B4F9A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2" y="2206053"/>
            <a:ext cx="9326395" cy="425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00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5A75-22EA-56B2-8301-C71C4AB1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Choose a library type</a:t>
            </a:r>
            <a:endParaRPr lang="en-N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192DF8-BE83-BB3E-B3A5-501741086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463" y="2285492"/>
            <a:ext cx="8230143" cy="37671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0DD0-B516-5875-5112-A7CCC5B5E4D1}"/>
              </a:ext>
            </a:extLst>
          </p:cNvPr>
          <p:cNvSpPr txBox="1">
            <a:spLocks/>
          </p:cNvSpPr>
          <p:nvPr/>
        </p:nvSpPr>
        <p:spPr>
          <a:xfrm>
            <a:off x="518160" y="1865376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Create a library from your own selected seeds or an specific authors papers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45700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FF2F-EC5A-FF52-07E7-C8E18951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Importing papers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B2A49E-0440-A584-D817-08578AC42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604" y="2291588"/>
            <a:ext cx="8190933" cy="37671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4CF6-4668-E0C8-2CBA-BF333386B08D}"/>
              </a:ext>
            </a:extLst>
          </p:cNvPr>
          <p:cNvSpPr txBox="1">
            <a:spLocks/>
          </p:cNvSpPr>
          <p:nvPr/>
        </p:nvSpPr>
        <p:spPr>
          <a:xfrm>
            <a:off x="518160" y="1865376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Import seed papers from various sources researches use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63935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9155-8D7D-4D40-CD30-92FD042C0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your desired papers</a:t>
            </a:r>
            <a:endParaRPr lang="en-N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CE0C05-C0FE-5BCC-458E-1126E542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881" y="2550314"/>
            <a:ext cx="8183301" cy="37762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C1900-57D8-3813-718F-FFBC4B5E8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65376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Filtering through the papers to find the ones you want to use and edit metadata if it’s</a:t>
            </a:r>
            <a:br>
              <a:rPr lang="en-GB" dirty="0"/>
            </a:br>
            <a:r>
              <a:rPr lang="en-GB" dirty="0"/>
              <a:t>missing or incorrect for a paper you want to use, scan for retracted papers to avoid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83829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1EEF-9C37-EBBE-4344-3CB64C87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selected papers with </a:t>
            </a:r>
            <a:r>
              <a:rPr lang="en-GB" dirty="0" err="1"/>
              <a:t>OpenAlex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A2D1E-476E-AEFF-1D5B-D3588D307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16" y="2405070"/>
            <a:ext cx="8869680" cy="40720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2B84-128C-8313-DF9F-C6806C7A6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545336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Matching the papers against </a:t>
            </a:r>
            <a:r>
              <a:rPr lang="en-GB" dirty="0" err="1"/>
              <a:t>openAlex</a:t>
            </a:r>
            <a:r>
              <a:rPr lang="en-GB" dirty="0"/>
              <a:t> to provide full metadata,</a:t>
            </a:r>
            <a:br>
              <a:rPr lang="en-GB" dirty="0"/>
            </a:br>
            <a:r>
              <a:rPr lang="en-GB" dirty="0"/>
              <a:t>Making it usable for the crawler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9116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E6A1-8F07-4D23-34A4-16106C1B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Finalizing the library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5AFB6-96AA-1E98-0E76-0A471D05D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105" y="2163835"/>
            <a:ext cx="8616462" cy="39782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FA04-0D3B-6B2C-BD29-F2C6C049E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457513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Finalize creating the library by giving it a name, and optionally a custom location and</a:t>
            </a:r>
            <a:br>
              <a:rPr lang="en-GB" dirty="0"/>
            </a:br>
            <a:r>
              <a:rPr lang="en-GB" dirty="0"/>
              <a:t>description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157450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202</TotalTime>
  <Words>858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Trebuchet MS</vt:lpstr>
      <vt:lpstr>Wingdings 3</vt:lpstr>
      <vt:lpstr>Facet</vt:lpstr>
      <vt:lpstr>Research Navigation System: Capabilities &amp; Workflow Overview</vt:lpstr>
      <vt:lpstr>Executive Summary</vt:lpstr>
      <vt:lpstr>High-Level System Capabilities</vt:lpstr>
      <vt:lpstr>Why these choices matter</vt:lpstr>
      <vt:lpstr>User Workflow / Experience</vt:lpstr>
      <vt:lpstr>Comparative Analysis</vt:lpstr>
      <vt:lpstr>Interview</vt:lpstr>
      <vt:lpstr>Appendix</vt:lpstr>
      <vt:lpstr>Obsidian integration</vt:lpstr>
      <vt:lpstr>Retraction Watch Integration</vt:lpstr>
      <vt:lpstr>Main screen</vt:lpstr>
      <vt:lpstr>Choose a library type</vt:lpstr>
      <vt:lpstr>Importing papers</vt:lpstr>
      <vt:lpstr>Selecting your desired papers</vt:lpstr>
      <vt:lpstr>Match selected papers with OpenAlex</vt:lpstr>
      <vt:lpstr>Finalizing the library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Navigation System: Capabilities &amp; Workflow Overview</dc:title>
  <dc:creator>Hoppenbrouwer,Bryan B.S.Y.</dc:creator>
  <cp:lastModifiedBy>Hoppenbrouwer,Bryan B.S.Y.</cp:lastModifiedBy>
  <cp:revision>12</cp:revision>
  <dcterms:created xsi:type="dcterms:W3CDTF">2025-11-27T13:36:50Z</dcterms:created>
  <dcterms:modified xsi:type="dcterms:W3CDTF">2026-01-21T14:25:00Z</dcterms:modified>
</cp:coreProperties>
</file>