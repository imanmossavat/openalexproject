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66" r:id="rId4"/>
    <p:sldId id="258" r:id="rId5"/>
    <p:sldId id="273" r:id="rId6"/>
    <p:sldId id="274" r:id="rId7"/>
    <p:sldId id="275" r:id="rId8"/>
    <p:sldId id="276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2258" autoAdjust="0"/>
  </p:normalViewPr>
  <p:slideViewPr>
    <p:cSldViewPr snapToGrid="0">
      <p:cViewPr varScale="1">
        <p:scale>
          <a:sx n="77" d="100"/>
          <a:sy n="77" d="100"/>
        </p:scale>
        <p:origin x="8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CF39F3-8214-49B2-97E2-2E0D228C908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754249D-77A5-4CFE-861F-EF6DDD798550}">
      <dgm:prSet/>
      <dgm:spPr/>
      <dgm:t>
        <a:bodyPr/>
        <a:lstStyle/>
        <a:p>
          <a:r>
            <a:rPr lang="en-GB"/>
            <a:t>7,282 academic papers analysed</a:t>
          </a:r>
          <a:endParaRPr lang="en-US"/>
        </a:p>
      </dgm:t>
    </dgm:pt>
    <dgm:pt modelId="{4E5B41EB-E93B-4800-8608-A974FE7849E5}" type="parTrans" cxnId="{9AAB69A5-607F-4558-810C-FF50B050B09D}">
      <dgm:prSet/>
      <dgm:spPr/>
      <dgm:t>
        <a:bodyPr/>
        <a:lstStyle/>
        <a:p>
          <a:endParaRPr lang="en-US"/>
        </a:p>
      </dgm:t>
    </dgm:pt>
    <dgm:pt modelId="{C062D4C7-6636-4188-80DE-7F2E53703C7E}" type="sibTrans" cxnId="{9AAB69A5-607F-4558-810C-FF50B050B09D}">
      <dgm:prSet/>
      <dgm:spPr/>
      <dgm:t>
        <a:bodyPr/>
        <a:lstStyle/>
        <a:p>
          <a:endParaRPr lang="en-US"/>
        </a:p>
      </dgm:t>
    </dgm:pt>
    <dgm:pt modelId="{AA935661-6E57-4252-A1A0-2BDB62473F03}">
      <dgm:prSet/>
      <dgm:spPr/>
      <dgm:t>
        <a:bodyPr/>
        <a:lstStyle/>
        <a:p>
          <a:r>
            <a:rPr lang="en-GB"/>
            <a:t>Coverage from 1998-2025</a:t>
          </a:r>
          <a:endParaRPr lang="en-US"/>
        </a:p>
      </dgm:t>
    </dgm:pt>
    <dgm:pt modelId="{791E8B71-A89D-457D-9088-AE054FC2B47D}" type="parTrans" cxnId="{5E99DB55-6598-4314-87B9-89E44774A95D}">
      <dgm:prSet/>
      <dgm:spPr/>
      <dgm:t>
        <a:bodyPr/>
        <a:lstStyle/>
        <a:p>
          <a:endParaRPr lang="en-US"/>
        </a:p>
      </dgm:t>
    </dgm:pt>
    <dgm:pt modelId="{206EC7C7-F2DD-404C-B05B-27D8D61A16B9}" type="sibTrans" cxnId="{5E99DB55-6598-4314-87B9-89E44774A95D}">
      <dgm:prSet/>
      <dgm:spPr/>
      <dgm:t>
        <a:bodyPr/>
        <a:lstStyle/>
        <a:p>
          <a:endParaRPr lang="en-US"/>
        </a:p>
      </dgm:t>
    </dgm:pt>
    <dgm:pt modelId="{72C353EA-BF24-4E59-9A32-1B9FAAF3C33D}">
      <dgm:prSet/>
      <dgm:spPr/>
      <dgm:t>
        <a:bodyPr/>
        <a:lstStyle/>
        <a:p>
          <a:r>
            <a:rPr lang="en-GB"/>
            <a:t>Includes agronomy, environmental and technology journals</a:t>
          </a:r>
          <a:endParaRPr lang="en-US"/>
        </a:p>
      </dgm:t>
    </dgm:pt>
    <dgm:pt modelId="{3B44F9EF-CD6B-468E-BD51-28D4467DFB6E}" type="parTrans" cxnId="{0C2D693F-2509-4454-8978-D027F7A15786}">
      <dgm:prSet/>
      <dgm:spPr/>
      <dgm:t>
        <a:bodyPr/>
        <a:lstStyle/>
        <a:p>
          <a:endParaRPr lang="en-US"/>
        </a:p>
      </dgm:t>
    </dgm:pt>
    <dgm:pt modelId="{25240E66-5408-440D-B0B1-9F268C19DE94}" type="sibTrans" cxnId="{0C2D693F-2509-4454-8978-D027F7A15786}">
      <dgm:prSet/>
      <dgm:spPr/>
      <dgm:t>
        <a:bodyPr/>
        <a:lstStyle/>
        <a:p>
          <a:endParaRPr lang="en-US"/>
        </a:p>
      </dgm:t>
    </dgm:pt>
    <dgm:pt modelId="{915E4425-FEF1-4A6E-8C83-9D2D3158010D}">
      <dgm:prSet/>
      <dgm:spPr/>
      <dgm:t>
        <a:bodyPr/>
        <a:lstStyle/>
        <a:p>
          <a:r>
            <a:rPr lang="en-GB"/>
            <a:t>Data sourced from citation graphs, academic paper database</a:t>
          </a:r>
          <a:endParaRPr lang="en-US"/>
        </a:p>
      </dgm:t>
    </dgm:pt>
    <dgm:pt modelId="{483408DD-C9E0-4BD4-841D-91A753684376}" type="parTrans" cxnId="{4E61E83A-4980-4604-B4EB-06F2EA86788F}">
      <dgm:prSet/>
      <dgm:spPr/>
      <dgm:t>
        <a:bodyPr/>
        <a:lstStyle/>
        <a:p>
          <a:endParaRPr lang="en-US"/>
        </a:p>
      </dgm:t>
    </dgm:pt>
    <dgm:pt modelId="{DEF0E59C-4C7A-4F99-B37D-808FB86B5563}" type="sibTrans" cxnId="{4E61E83A-4980-4604-B4EB-06F2EA86788F}">
      <dgm:prSet/>
      <dgm:spPr/>
      <dgm:t>
        <a:bodyPr/>
        <a:lstStyle/>
        <a:p>
          <a:endParaRPr lang="en-US"/>
        </a:p>
      </dgm:t>
    </dgm:pt>
    <dgm:pt modelId="{BBE2F44C-AF33-4C69-8C0C-9FD550A9E449}" type="pres">
      <dgm:prSet presAssocID="{96CF39F3-8214-49B2-97E2-2E0D228C9086}" presName="root" presStyleCnt="0">
        <dgm:presLayoutVars>
          <dgm:dir/>
          <dgm:resizeHandles val="exact"/>
        </dgm:presLayoutVars>
      </dgm:prSet>
      <dgm:spPr/>
    </dgm:pt>
    <dgm:pt modelId="{20959817-71CC-477E-877C-4B32201213E6}" type="pres">
      <dgm:prSet presAssocID="{3754249D-77A5-4CFE-861F-EF6DDD798550}" presName="compNode" presStyleCnt="0"/>
      <dgm:spPr/>
    </dgm:pt>
    <dgm:pt modelId="{68884C67-0F36-4234-A750-C59D6A5235F5}" type="pres">
      <dgm:prSet presAssocID="{3754249D-77A5-4CFE-861F-EF6DDD79855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DF19884-6C27-444C-AD9C-909BC8B6573B}" type="pres">
      <dgm:prSet presAssocID="{3754249D-77A5-4CFE-861F-EF6DDD798550}" presName="spaceRect" presStyleCnt="0"/>
      <dgm:spPr/>
    </dgm:pt>
    <dgm:pt modelId="{315A35EC-371C-4DFA-975D-2D466016F579}" type="pres">
      <dgm:prSet presAssocID="{3754249D-77A5-4CFE-861F-EF6DDD798550}" presName="textRect" presStyleLbl="revTx" presStyleIdx="0" presStyleCnt="4">
        <dgm:presLayoutVars>
          <dgm:chMax val="1"/>
          <dgm:chPref val="1"/>
        </dgm:presLayoutVars>
      </dgm:prSet>
      <dgm:spPr/>
    </dgm:pt>
    <dgm:pt modelId="{0E170E6E-6FD8-4670-8EDD-D649D71EFF32}" type="pres">
      <dgm:prSet presAssocID="{C062D4C7-6636-4188-80DE-7F2E53703C7E}" presName="sibTrans" presStyleCnt="0"/>
      <dgm:spPr/>
    </dgm:pt>
    <dgm:pt modelId="{594DA447-C528-4A31-A1DE-257100644B09}" type="pres">
      <dgm:prSet presAssocID="{AA935661-6E57-4252-A1A0-2BDB62473F03}" presName="compNode" presStyleCnt="0"/>
      <dgm:spPr/>
    </dgm:pt>
    <dgm:pt modelId="{D68D6198-FAA2-44EA-9DB0-B5645B5AFAF7}" type="pres">
      <dgm:prSet presAssocID="{AA935661-6E57-4252-A1A0-2BDB62473F0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gnpost"/>
        </a:ext>
      </dgm:extLst>
    </dgm:pt>
    <dgm:pt modelId="{B8FDAE20-F06E-44F2-801B-A808F18948E0}" type="pres">
      <dgm:prSet presAssocID="{AA935661-6E57-4252-A1A0-2BDB62473F03}" presName="spaceRect" presStyleCnt="0"/>
      <dgm:spPr/>
    </dgm:pt>
    <dgm:pt modelId="{38BDA7A5-299F-4BEB-82BC-8197BB5696DB}" type="pres">
      <dgm:prSet presAssocID="{AA935661-6E57-4252-A1A0-2BDB62473F03}" presName="textRect" presStyleLbl="revTx" presStyleIdx="1" presStyleCnt="4">
        <dgm:presLayoutVars>
          <dgm:chMax val="1"/>
          <dgm:chPref val="1"/>
        </dgm:presLayoutVars>
      </dgm:prSet>
      <dgm:spPr/>
    </dgm:pt>
    <dgm:pt modelId="{A13CE55E-6A92-49D2-8E1E-C47730FE6ED3}" type="pres">
      <dgm:prSet presAssocID="{206EC7C7-F2DD-404C-B05B-27D8D61A16B9}" presName="sibTrans" presStyleCnt="0"/>
      <dgm:spPr/>
    </dgm:pt>
    <dgm:pt modelId="{1755EA3C-0435-43A0-A6DD-028EA7085AF0}" type="pres">
      <dgm:prSet presAssocID="{72C353EA-BF24-4E59-9A32-1B9FAAF3C33D}" presName="compNode" presStyleCnt="0"/>
      <dgm:spPr/>
    </dgm:pt>
    <dgm:pt modelId="{22AD3364-C458-4074-AF88-6F3F50528C5F}" type="pres">
      <dgm:prSet presAssocID="{72C353EA-BF24-4E59-9A32-1B9FAAF3C33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CF59B1DC-C445-419C-B24E-30CDED7EFD60}" type="pres">
      <dgm:prSet presAssocID="{72C353EA-BF24-4E59-9A32-1B9FAAF3C33D}" presName="spaceRect" presStyleCnt="0"/>
      <dgm:spPr/>
    </dgm:pt>
    <dgm:pt modelId="{E1EBD26F-39E9-4EAB-939C-1969620DC444}" type="pres">
      <dgm:prSet presAssocID="{72C353EA-BF24-4E59-9A32-1B9FAAF3C33D}" presName="textRect" presStyleLbl="revTx" presStyleIdx="2" presStyleCnt="4">
        <dgm:presLayoutVars>
          <dgm:chMax val="1"/>
          <dgm:chPref val="1"/>
        </dgm:presLayoutVars>
      </dgm:prSet>
      <dgm:spPr/>
    </dgm:pt>
    <dgm:pt modelId="{E624FA1A-888D-4AB1-B09A-A2E2EED2BC4F}" type="pres">
      <dgm:prSet presAssocID="{25240E66-5408-440D-B0B1-9F268C19DE94}" presName="sibTrans" presStyleCnt="0"/>
      <dgm:spPr/>
    </dgm:pt>
    <dgm:pt modelId="{294273BA-7476-4252-A0AA-763A93639CC7}" type="pres">
      <dgm:prSet presAssocID="{915E4425-FEF1-4A6E-8C83-9D2D3158010D}" presName="compNode" presStyleCnt="0"/>
      <dgm:spPr/>
    </dgm:pt>
    <dgm:pt modelId="{EA96C914-7FAB-4C7C-BB70-1489503FAB3E}" type="pres">
      <dgm:prSet presAssocID="{915E4425-FEF1-4A6E-8C83-9D2D3158010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C186F02-0E6F-4095-9E65-1F1E321BDDE9}" type="pres">
      <dgm:prSet presAssocID="{915E4425-FEF1-4A6E-8C83-9D2D3158010D}" presName="spaceRect" presStyleCnt="0"/>
      <dgm:spPr/>
    </dgm:pt>
    <dgm:pt modelId="{896FF060-2BC5-47DE-9402-10E40F7346D4}" type="pres">
      <dgm:prSet presAssocID="{915E4425-FEF1-4A6E-8C83-9D2D3158010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049F104-D184-4E2B-9379-19ACBA3BDE8F}" type="presOf" srcId="{915E4425-FEF1-4A6E-8C83-9D2D3158010D}" destId="{896FF060-2BC5-47DE-9402-10E40F7346D4}" srcOrd="0" destOrd="0" presId="urn:microsoft.com/office/officeart/2018/2/layout/IconLabelList"/>
    <dgm:cxn modelId="{569F9A2B-AB0B-41F3-BDF4-55EAECECC69C}" type="presOf" srcId="{AA935661-6E57-4252-A1A0-2BDB62473F03}" destId="{38BDA7A5-299F-4BEB-82BC-8197BB5696DB}" srcOrd="0" destOrd="0" presId="urn:microsoft.com/office/officeart/2018/2/layout/IconLabelList"/>
    <dgm:cxn modelId="{4E61E83A-4980-4604-B4EB-06F2EA86788F}" srcId="{96CF39F3-8214-49B2-97E2-2E0D228C9086}" destId="{915E4425-FEF1-4A6E-8C83-9D2D3158010D}" srcOrd="3" destOrd="0" parTransId="{483408DD-C9E0-4BD4-841D-91A753684376}" sibTransId="{DEF0E59C-4C7A-4F99-B37D-808FB86B5563}"/>
    <dgm:cxn modelId="{70F4663E-05F4-40F2-9EB7-E000DD51FC3E}" type="presOf" srcId="{3754249D-77A5-4CFE-861F-EF6DDD798550}" destId="{315A35EC-371C-4DFA-975D-2D466016F579}" srcOrd="0" destOrd="0" presId="urn:microsoft.com/office/officeart/2018/2/layout/IconLabelList"/>
    <dgm:cxn modelId="{0C2D693F-2509-4454-8978-D027F7A15786}" srcId="{96CF39F3-8214-49B2-97E2-2E0D228C9086}" destId="{72C353EA-BF24-4E59-9A32-1B9FAAF3C33D}" srcOrd="2" destOrd="0" parTransId="{3B44F9EF-CD6B-468E-BD51-28D4467DFB6E}" sibTransId="{25240E66-5408-440D-B0B1-9F268C19DE94}"/>
    <dgm:cxn modelId="{5E99DB55-6598-4314-87B9-89E44774A95D}" srcId="{96CF39F3-8214-49B2-97E2-2E0D228C9086}" destId="{AA935661-6E57-4252-A1A0-2BDB62473F03}" srcOrd="1" destOrd="0" parTransId="{791E8B71-A89D-457D-9088-AE054FC2B47D}" sibTransId="{206EC7C7-F2DD-404C-B05B-27D8D61A16B9}"/>
    <dgm:cxn modelId="{E93FCA98-F765-4491-8A34-0E6CEF625F87}" type="presOf" srcId="{96CF39F3-8214-49B2-97E2-2E0D228C9086}" destId="{BBE2F44C-AF33-4C69-8C0C-9FD550A9E449}" srcOrd="0" destOrd="0" presId="urn:microsoft.com/office/officeart/2018/2/layout/IconLabelList"/>
    <dgm:cxn modelId="{9AAB69A5-607F-4558-810C-FF50B050B09D}" srcId="{96CF39F3-8214-49B2-97E2-2E0D228C9086}" destId="{3754249D-77A5-4CFE-861F-EF6DDD798550}" srcOrd="0" destOrd="0" parTransId="{4E5B41EB-E93B-4800-8608-A974FE7849E5}" sibTransId="{C062D4C7-6636-4188-80DE-7F2E53703C7E}"/>
    <dgm:cxn modelId="{352C59E6-8C05-437F-A9C6-C9794F7AF5B7}" type="presOf" srcId="{72C353EA-BF24-4E59-9A32-1B9FAAF3C33D}" destId="{E1EBD26F-39E9-4EAB-939C-1969620DC444}" srcOrd="0" destOrd="0" presId="urn:microsoft.com/office/officeart/2018/2/layout/IconLabelList"/>
    <dgm:cxn modelId="{4524A577-1F61-4051-BF59-ABDEF2163882}" type="presParOf" srcId="{BBE2F44C-AF33-4C69-8C0C-9FD550A9E449}" destId="{20959817-71CC-477E-877C-4B32201213E6}" srcOrd="0" destOrd="0" presId="urn:microsoft.com/office/officeart/2018/2/layout/IconLabelList"/>
    <dgm:cxn modelId="{F742F0B9-1F02-48F5-A431-7EB2A52EAB26}" type="presParOf" srcId="{20959817-71CC-477E-877C-4B32201213E6}" destId="{68884C67-0F36-4234-A750-C59D6A5235F5}" srcOrd="0" destOrd="0" presId="urn:microsoft.com/office/officeart/2018/2/layout/IconLabelList"/>
    <dgm:cxn modelId="{B28C278E-F13F-4666-B307-E0134ECD1AE9}" type="presParOf" srcId="{20959817-71CC-477E-877C-4B32201213E6}" destId="{9DF19884-6C27-444C-AD9C-909BC8B6573B}" srcOrd="1" destOrd="0" presId="urn:microsoft.com/office/officeart/2018/2/layout/IconLabelList"/>
    <dgm:cxn modelId="{66DF3BFD-5F16-48EC-B55B-3CF81DAB8F3B}" type="presParOf" srcId="{20959817-71CC-477E-877C-4B32201213E6}" destId="{315A35EC-371C-4DFA-975D-2D466016F579}" srcOrd="2" destOrd="0" presId="urn:microsoft.com/office/officeart/2018/2/layout/IconLabelList"/>
    <dgm:cxn modelId="{170AF53A-4912-4CCD-9EB7-18AAC8507DC6}" type="presParOf" srcId="{BBE2F44C-AF33-4C69-8C0C-9FD550A9E449}" destId="{0E170E6E-6FD8-4670-8EDD-D649D71EFF32}" srcOrd="1" destOrd="0" presId="urn:microsoft.com/office/officeart/2018/2/layout/IconLabelList"/>
    <dgm:cxn modelId="{CFB2B4AB-5A06-434C-861A-978811DE57BE}" type="presParOf" srcId="{BBE2F44C-AF33-4C69-8C0C-9FD550A9E449}" destId="{594DA447-C528-4A31-A1DE-257100644B09}" srcOrd="2" destOrd="0" presId="urn:microsoft.com/office/officeart/2018/2/layout/IconLabelList"/>
    <dgm:cxn modelId="{E687CED3-B84E-4F9F-A06D-14892FEA6B8C}" type="presParOf" srcId="{594DA447-C528-4A31-A1DE-257100644B09}" destId="{D68D6198-FAA2-44EA-9DB0-B5645B5AFAF7}" srcOrd="0" destOrd="0" presId="urn:microsoft.com/office/officeart/2018/2/layout/IconLabelList"/>
    <dgm:cxn modelId="{670EEEFA-6AF8-4FA2-9F55-5A3075C2A06F}" type="presParOf" srcId="{594DA447-C528-4A31-A1DE-257100644B09}" destId="{B8FDAE20-F06E-44F2-801B-A808F18948E0}" srcOrd="1" destOrd="0" presId="urn:microsoft.com/office/officeart/2018/2/layout/IconLabelList"/>
    <dgm:cxn modelId="{5381FCE7-2E4C-463B-8830-80DEB8895623}" type="presParOf" srcId="{594DA447-C528-4A31-A1DE-257100644B09}" destId="{38BDA7A5-299F-4BEB-82BC-8197BB5696DB}" srcOrd="2" destOrd="0" presId="urn:microsoft.com/office/officeart/2018/2/layout/IconLabelList"/>
    <dgm:cxn modelId="{FB577088-A07A-4D79-8B7E-3D00261691CB}" type="presParOf" srcId="{BBE2F44C-AF33-4C69-8C0C-9FD550A9E449}" destId="{A13CE55E-6A92-49D2-8E1E-C47730FE6ED3}" srcOrd="3" destOrd="0" presId="urn:microsoft.com/office/officeart/2018/2/layout/IconLabelList"/>
    <dgm:cxn modelId="{AC67FCC1-934F-468A-9A6F-B3FC226FAF64}" type="presParOf" srcId="{BBE2F44C-AF33-4C69-8C0C-9FD550A9E449}" destId="{1755EA3C-0435-43A0-A6DD-028EA7085AF0}" srcOrd="4" destOrd="0" presId="urn:microsoft.com/office/officeart/2018/2/layout/IconLabelList"/>
    <dgm:cxn modelId="{5D597B94-C572-4D3B-8D0C-9BDD4D4FE820}" type="presParOf" srcId="{1755EA3C-0435-43A0-A6DD-028EA7085AF0}" destId="{22AD3364-C458-4074-AF88-6F3F50528C5F}" srcOrd="0" destOrd="0" presId="urn:microsoft.com/office/officeart/2018/2/layout/IconLabelList"/>
    <dgm:cxn modelId="{1BF61201-A8F0-4DE2-AAB9-DEE0128F8F8A}" type="presParOf" srcId="{1755EA3C-0435-43A0-A6DD-028EA7085AF0}" destId="{CF59B1DC-C445-419C-B24E-30CDED7EFD60}" srcOrd="1" destOrd="0" presId="urn:microsoft.com/office/officeart/2018/2/layout/IconLabelList"/>
    <dgm:cxn modelId="{86535976-FEB7-4000-9CD0-02BFB8F5560F}" type="presParOf" srcId="{1755EA3C-0435-43A0-A6DD-028EA7085AF0}" destId="{E1EBD26F-39E9-4EAB-939C-1969620DC444}" srcOrd="2" destOrd="0" presId="urn:microsoft.com/office/officeart/2018/2/layout/IconLabelList"/>
    <dgm:cxn modelId="{3F568338-8B8E-4027-A8D8-DC3522B6AA65}" type="presParOf" srcId="{BBE2F44C-AF33-4C69-8C0C-9FD550A9E449}" destId="{E624FA1A-888D-4AB1-B09A-A2E2EED2BC4F}" srcOrd="5" destOrd="0" presId="urn:microsoft.com/office/officeart/2018/2/layout/IconLabelList"/>
    <dgm:cxn modelId="{8851059B-49A1-4141-A1A1-D4F1F6FE2A19}" type="presParOf" srcId="{BBE2F44C-AF33-4C69-8C0C-9FD550A9E449}" destId="{294273BA-7476-4252-A0AA-763A93639CC7}" srcOrd="6" destOrd="0" presId="urn:microsoft.com/office/officeart/2018/2/layout/IconLabelList"/>
    <dgm:cxn modelId="{3B20C63F-A46F-4999-9A6D-E78B38DCD8E1}" type="presParOf" srcId="{294273BA-7476-4252-A0AA-763A93639CC7}" destId="{EA96C914-7FAB-4C7C-BB70-1489503FAB3E}" srcOrd="0" destOrd="0" presId="urn:microsoft.com/office/officeart/2018/2/layout/IconLabelList"/>
    <dgm:cxn modelId="{AA57C381-924E-484A-9FBC-F71C2201F1C9}" type="presParOf" srcId="{294273BA-7476-4252-A0AA-763A93639CC7}" destId="{AC186F02-0E6F-4095-9E65-1F1E321BDDE9}" srcOrd="1" destOrd="0" presId="urn:microsoft.com/office/officeart/2018/2/layout/IconLabelList"/>
    <dgm:cxn modelId="{540AFD45-0A18-4D7B-8287-FAB40F7926FC}" type="presParOf" srcId="{294273BA-7476-4252-A0AA-763A93639CC7}" destId="{896FF060-2BC5-47DE-9402-10E40F7346D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2018C1-F4DD-4937-A31E-5D4B1E9D1C1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2806016-629D-4015-B756-D0B89ED55B6C}">
      <dgm:prSet/>
      <dgm:spPr/>
      <dgm:t>
        <a:bodyPr/>
        <a:lstStyle/>
        <a:p>
          <a:r>
            <a:rPr lang="en-US"/>
            <a:t>The 10 subfields form a layered structure: foundational sciences enable sensing and ML technologies, which support applied management domains, all of which integrate into decision-support systems.</a:t>
          </a:r>
        </a:p>
      </dgm:t>
    </dgm:pt>
    <dgm:pt modelId="{EAE07ED2-B60F-42F4-AA3B-6DBCCC34F724}" type="parTrans" cxnId="{86C4F0A9-0D81-45EB-8843-8176DCEB0BBB}">
      <dgm:prSet/>
      <dgm:spPr/>
      <dgm:t>
        <a:bodyPr/>
        <a:lstStyle/>
        <a:p>
          <a:endParaRPr lang="en-US"/>
        </a:p>
      </dgm:t>
    </dgm:pt>
    <dgm:pt modelId="{27982B51-484F-4269-A285-3FC938FA9384}" type="sibTrans" cxnId="{86C4F0A9-0D81-45EB-8843-8176DCEB0BBB}">
      <dgm:prSet/>
      <dgm:spPr/>
      <dgm:t>
        <a:bodyPr/>
        <a:lstStyle/>
        <a:p>
          <a:endParaRPr lang="en-US"/>
        </a:p>
      </dgm:t>
    </dgm:pt>
    <dgm:pt modelId="{4FB2C7B8-564E-432A-97DA-BF7066DAED82}">
      <dgm:prSet/>
      <dgm:spPr/>
      <dgm:t>
        <a:bodyPr/>
        <a:lstStyle/>
        <a:p>
          <a:r>
            <a:rPr lang="en-US"/>
            <a:t>Foundation layer</a:t>
          </a:r>
        </a:p>
      </dgm:t>
    </dgm:pt>
    <dgm:pt modelId="{8B893E9F-5473-469D-B42E-D1A5751D1E5C}" type="parTrans" cxnId="{1101A120-5E48-4498-95A2-514BEE346C44}">
      <dgm:prSet/>
      <dgm:spPr/>
      <dgm:t>
        <a:bodyPr/>
        <a:lstStyle/>
        <a:p>
          <a:endParaRPr lang="en-US"/>
        </a:p>
      </dgm:t>
    </dgm:pt>
    <dgm:pt modelId="{9EAB0261-15AA-46CD-AC2F-BED2EB6C7B5D}" type="sibTrans" cxnId="{1101A120-5E48-4498-95A2-514BEE346C44}">
      <dgm:prSet/>
      <dgm:spPr/>
      <dgm:t>
        <a:bodyPr/>
        <a:lstStyle/>
        <a:p>
          <a:endParaRPr lang="en-US"/>
        </a:p>
      </dgm:t>
    </dgm:pt>
    <dgm:pt modelId="{35DDA6D0-6DB0-40C2-AC6D-65A782340AAE}">
      <dgm:prSet/>
      <dgm:spPr/>
      <dgm:t>
        <a:bodyPr/>
        <a:lstStyle/>
        <a:p>
          <a:r>
            <a:rPr lang="en-US"/>
            <a:t>Soil science foundations</a:t>
          </a:r>
        </a:p>
      </dgm:t>
    </dgm:pt>
    <dgm:pt modelId="{958B6961-F0A3-4928-80D1-C3A0CA94C778}" type="parTrans" cxnId="{333E3CFE-3808-40DC-AE58-E137AB88F111}">
      <dgm:prSet/>
      <dgm:spPr/>
      <dgm:t>
        <a:bodyPr/>
        <a:lstStyle/>
        <a:p>
          <a:endParaRPr lang="en-US"/>
        </a:p>
      </dgm:t>
    </dgm:pt>
    <dgm:pt modelId="{895763B1-21C3-4549-A588-2C1371C87757}" type="sibTrans" cxnId="{333E3CFE-3808-40DC-AE58-E137AB88F111}">
      <dgm:prSet/>
      <dgm:spPr/>
      <dgm:t>
        <a:bodyPr/>
        <a:lstStyle/>
        <a:p>
          <a:endParaRPr lang="en-US"/>
        </a:p>
      </dgm:t>
    </dgm:pt>
    <dgm:pt modelId="{C296E47D-322D-46E3-8F41-753BD9FCB42C}">
      <dgm:prSet/>
      <dgm:spPr/>
      <dgm:t>
        <a:bodyPr/>
        <a:lstStyle/>
        <a:p>
          <a:r>
            <a:rPr lang="en-US"/>
            <a:t>Agronomy</a:t>
          </a:r>
        </a:p>
      </dgm:t>
    </dgm:pt>
    <dgm:pt modelId="{58FAB5D5-89D0-4ADD-9AE4-098A24A1451D}" type="parTrans" cxnId="{FBB9DE86-401E-4534-B8F9-266DFCBD19DD}">
      <dgm:prSet/>
      <dgm:spPr/>
      <dgm:t>
        <a:bodyPr/>
        <a:lstStyle/>
        <a:p>
          <a:endParaRPr lang="en-US"/>
        </a:p>
      </dgm:t>
    </dgm:pt>
    <dgm:pt modelId="{75A02CA0-B343-4E87-991C-BE19CEC99FC6}" type="sibTrans" cxnId="{FBB9DE86-401E-4534-B8F9-266DFCBD19DD}">
      <dgm:prSet/>
      <dgm:spPr/>
      <dgm:t>
        <a:bodyPr/>
        <a:lstStyle/>
        <a:p>
          <a:endParaRPr lang="en-US"/>
        </a:p>
      </dgm:t>
    </dgm:pt>
    <dgm:pt modelId="{66EEA80B-A174-4AFC-963D-2C74E7DFFA06}">
      <dgm:prSet/>
      <dgm:spPr/>
      <dgm:t>
        <a:bodyPr/>
        <a:lstStyle/>
        <a:p>
          <a:r>
            <a:rPr lang="en-US"/>
            <a:t>Technology layer</a:t>
          </a:r>
        </a:p>
      </dgm:t>
    </dgm:pt>
    <dgm:pt modelId="{6FEC881A-A20E-4872-9773-05874A9B0905}" type="parTrans" cxnId="{DE76CDDF-5E72-4D54-A3F6-16DEB2DA2804}">
      <dgm:prSet/>
      <dgm:spPr/>
      <dgm:t>
        <a:bodyPr/>
        <a:lstStyle/>
        <a:p>
          <a:endParaRPr lang="en-US"/>
        </a:p>
      </dgm:t>
    </dgm:pt>
    <dgm:pt modelId="{74525888-0A74-46D6-A933-8847C8610E48}" type="sibTrans" cxnId="{DE76CDDF-5E72-4D54-A3F6-16DEB2DA2804}">
      <dgm:prSet/>
      <dgm:spPr/>
      <dgm:t>
        <a:bodyPr/>
        <a:lstStyle/>
        <a:p>
          <a:endParaRPr lang="en-US"/>
        </a:p>
      </dgm:t>
    </dgm:pt>
    <dgm:pt modelId="{4C9F2436-DDDA-445F-99A6-325CA86712A6}">
      <dgm:prSet/>
      <dgm:spPr/>
      <dgm:t>
        <a:bodyPr/>
        <a:lstStyle/>
        <a:p>
          <a:r>
            <a:rPr lang="en-US"/>
            <a:t>Sensing &amp; IoT</a:t>
          </a:r>
        </a:p>
      </dgm:t>
    </dgm:pt>
    <dgm:pt modelId="{82338DB4-4411-4B5D-B11B-4FC07F43B42F}" type="parTrans" cxnId="{2451CA55-D773-482C-A680-46536748C9D6}">
      <dgm:prSet/>
      <dgm:spPr/>
      <dgm:t>
        <a:bodyPr/>
        <a:lstStyle/>
        <a:p>
          <a:endParaRPr lang="en-US"/>
        </a:p>
      </dgm:t>
    </dgm:pt>
    <dgm:pt modelId="{EAFC70CF-8F9F-4BB2-961C-7FFFE958F0C3}" type="sibTrans" cxnId="{2451CA55-D773-482C-A680-46536748C9D6}">
      <dgm:prSet/>
      <dgm:spPr/>
      <dgm:t>
        <a:bodyPr/>
        <a:lstStyle/>
        <a:p>
          <a:endParaRPr lang="en-US"/>
        </a:p>
      </dgm:t>
    </dgm:pt>
    <dgm:pt modelId="{65A075D4-430B-4005-B011-1F60E071E33B}">
      <dgm:prSet/>
      <dgm:spPr/>
      <dgm:t>
        <a:bodyPr/>
        <a:lstStyle/>
        <a:p>
          <a:r>
            <a:rPr lang="en-US"/>
            <a:t>Remote sensing</a:t>
          </a:r>
        </a:p>
      </dgm:t>
    </dgm:pt>
    <dgm:pt modelId="{9272FB51-519C-444B-8FA6-8E93D2570A8B}" type="parTrans" cxnId="{DB4ED8F1-3EF8-42CD-A093-2BA2D31A5723}">
      <dgm:prSet/>
      <dgm:spPr/>
      <dgm:t>
        <a:bodyPr/>
        <a:lstStyle/>
        <a:p>
          <a:endParaRPr lang="en-US"/>
        </a:p>
      </dgm:t>
    </dgm:pt>
    <dgm:pt modelId="{837E1E30-FE9D-4A36-8963-BB0B453A5843}" type="sibTrans" cxnId="{DB4ED8F1-3EF8-42CD-A093-2BA2D31A5723}">
      <dgm:prSet/>
      <dgm:spPr/>
      <dgm:t>
        <a:bodyPr/>
        <a:lstStyle/>
        <a:p>
          <a:endParaRPr lang="en-US"/>
        </a:p>
      </dgm:t>
    </dgm:pt>
    <dgm:pt modelId="{AC018E31-49D8-41C5-9656-FEF2FED0D000}">
      <dgm:prSet/>
      <dgm:spPr/>
      <dgm:t>
        <a:bodyPr/>
        <a:lstStyle/>
        <a:p>
          <a:r>
            <a:rPr lang="en-US"/>
            <a:t>Machine learning for agriculture</a:t>
          </a:r>
        </a:p>
      </dgm:t>
    </dgm:pt>
    <dgm:pt modelId="{3CEC0C82-2CA9-4AF9-820D-DB2867A656FA}" type="parTrans" cxnId="{637A4A88-3797-481F-BD03-118794EBDC18}">
      <dgm:prSet/>
      <dgm:spPr/>
      <dgm:t>
        <a:bodyPr/>
        <a:lstStyle/>
        <a:p>
          <a:endParaRPr lang="en-US"/>
        </a:p>
      </dgm:t>
    </dgm:pt>
    <dgm:pt modelId="{DC4CA3DF-3F9F-4AE7-A41E-8F9484749291}" type="sibTrans" cxnId="{637A4A88-3797-481F-BD03-118794EBDC18}">
      <dgm:prSet/>
      <dgm:spPr/>
      <dgm:t>
        <a:bodyPr/>
        <a:lstStyle/>
        <a:p>
          <a:endParaRPr lang="en-US"/>
        </a:p>
      </dgm:t>
    </dgm:pt>
    <dgm:pt modelId="{32B9122E-6FFF-49FC-A706-C019D5F5058D}">
      <dgm:prSet/>
      <dgm:spPr/>
      <dgm:t>
        <a:bodyPr/>
        <a:lstStyle/>
        <a:p>
          <a:r>
            <a:rPr lang="en-US"/>
            <a:t>Application layer</a:t>
          </a:r>
        </a:p>
      </dgm:t>
    </dgm:pt>
    <dgm:pt modelId="{2BCB4D7F-7280-4045-82D6-0160721ECF91}" type="parTrans" cxnId="{895CE971-D9D3-42C7-8601-9BD85573BC0B}">
      <dgm:prSet/>
      <dgm:spPr/>
      <dgm:t>
        <a:bodyPr/>
        <a:lstStyle/>
        <a:p>
          <a:endParaRPr lang="en-US"/>
        </a:p>
      </dgm:t>
    </dgm:pt>
    <dgm:pt modelId="{74B5543E-FD53-46D8-AB39-C06ED09ACFC3}" type="sibTrans" cxnId="{895CE971-D9D3-42C7-8601-9BD85573BC0B}">
      <dgm:prSet/>
      <dgm:spPr/>
      <dgm:t>
        <a:bodyPr/>
        <a:lstStyle/>
        <a:p>
          <a:endParaRPr lang="en-US"/>
        </a:p>
      </dgm:t>
    </dgm:pt>
    <dgm:pt modelId="{A2471726-0216-41B1-99EB-756881E1E197}">
      <dgm:prSet/>
      <dgm:spPr/>
      <dgm:t>
        <a:bodyPr/>
        <a:lstStyle/>
        <a:p>
          <a:r>
            <a:rPr lang="en-US"/>
            <a:t>Soil &amp; fertilizer management</a:t>
          </a:r>
        </a:p>
      </dgm:t>
    </dgm:pt>
    <dgm:pt modelId="{D1059C7D-63CA-48FE-8191-1E6D994E061B}" type="parTrans" cxnId="{173F7211-0BB2-4645-8121-4B6D364D0963}">
      <dgm:prSet/>
      <dgm:spPr/>
      <dgm:t>
        <a:bodyPr/>
        <a:lstStyle/>
        <a:p>
          <a:endParaRPr lang="en-US"/>
        </a:p>
      </dgm:t>
    </dgm:pt>
    <dgm:pt modelId="{0A68BFF9-67D8-4102-9925-0C34E82164BA}" type="sibTrans" cxnId="{173F7211-0BB2-4645-8121-4B6D364D0963}">
      <dgm:prSet/>
      <dgm:spPr/>
      <dgm:t>
        <a:bodyPr/>
        <a:lstStyle/>
        <a:p>
          <a:endParaRPr lang="en-US"/>
        </a:p>
      </dgm:t>
    </dgm:pt>
    <dgm:pt modelId="{595B9E77-B5C4-487A-A151-56B833198A4A}">
      <dgm:prSet/>
      <dgm:spPr/>
      <dgm:t>
        <a:bodyPr/>
        <a:lstStyle/>
        <a:p>
          <a:r>
            <a:rPr lang="en-US"/>
            <a:t>Crop management</a:t>
          </a:r>
        </a:p>
      </dgm:t>
    </dgm:pt>
    <dgm:pt modelId="{EB048AD7-10F5-4A68-8E0D-1A2061BC1D39}" type="parTrans" cxnId="{5FF5ADC8-A8FB-47C7-90D0-874E9C6A4CD7}">
      <dgm:prSet/>
      <dgm:spPr/>
      <dgm:t>
        <a:bodyPr/>
        <a:lstStyle/>
        <a:p>
          <a:endParaRPr lang="en-US"/>
        </a:p>
      </dgm:t>
    </dgm:pt>
    <dgm:pt modelId="{9407C2D2-758F-4DA5-B516-12E15C0AC8A2}" type="sibTrans" cxnId="{5FF5ADC8-A8FB-47C7-90D0-874E9C6A4CD7}">
      <dgm:prSet/>
      <dgm:spPr/>
      <dgm:t>
        <a:bodyPr/>
        <a:lstStyle/>
        <a:p>
          <a:endParaRPr lang="en-US"/>
        </a:p>
      </dgm:t>
    </dgm:pt>
    <dgm:pt modelId="{54AF916E-77B3-47B1-BFFF-1D472704FEA7}">
      <dgm:prSet/>
      <dgm:spPr/>
      <dgm:t>
        <a:bodyPr/>
        <a:lstStyle/>
        <a:p>
          <a:r>
            <a:rPr lang="en-US"/>
            <a:t>Water-nutrient systems</a:t>
          </a:r>
        </a:p>
      </dgm:t>
    </dgm:pt>
    <dgm:pt modelId="{CD3141AD-1D63-4A07-B2CE-6C6D6E05652F}" type="parTrans" cxnId="{E19DF0C0-815A-457A-B7E6-9F1BA41A1F78}">
      <dgm:prSet/>
      <dgm:spPr/>
      <dgm:t>
        <a:bodyPr/>
        <a:lstStyle/>
        <a:p>
          <a:endParaRPr lang="en-US"/>
        </a:p>
      </dgm:t>
    </dgm:pt>
    <dgm:pt modelId="{4EB3DA1F-7402-4741-B578-61A937CC2BA3}" type="sibTrans" cxnId="{E19DF0C0-815A-457A-B7E6-9F1BA41A1F78}">
      <dgm:prSet/>
      <dgm:spPr/>
      <dgm:t>
        <a:bodyPr/>
        <a:lstStyle/>
        <a:p>
          <a:endParaRPr lang="en-US"/>
        </a:p>
      </dgm:t>
    </dgm:pt>
    <dgm:pt modelId="{C07A67FE-C71C-41A7-B455-0C7DDF01136D}">
      <dgm:prSet/>
      <dgm:spPr/>
      <dgm:t>
        <a:bodyPr/>
        <a:lstStyle/>
        <a:p>
          <a:r>
            <a:rPr lang="en-US"/>
            <a:t>Integration layer</a:t>
          </a:r>
        </a:p>
      </dgm:t>
    </dgm:pt>
    <dgm:pt modelId="{9B40E997-FA7A-45B7-9F6C-D3E8EF4A4283}" type="parTrans" cxnId="{57AB11A7-8EF0-4F88-AE26-72342A0CCA09}">
      <dgm:prSet/>
      <dgm:spPr/>
      <dgm:t>
        <a:bodyPr/>
        <a:lstStyle/>
        <a:p>
          <a:endParaRPr lang="en-US"/>
        </a:p>
      </dgm:t>
    </dgm:pt>
    <dgm:pt modelId="{19F1BAFF-3821-4572-8584-A9D8782E4066}" type="sibTrans" cxnId="{57AB11A7-8EF0-4F88-AE26-72342A0CCA09}">
      <dgm:prSet/>
      <dgm:spPr/>
      <dgm:t>
        <a:bodyPr/>
        <a:lstStyle/>
        <a:p>
          <a:endParaRPr lang="en-US"/>
        </a:p>
      </dgm:t>
    </dgm:pt>
    <dgm:pt modelId="{F8F47319-C213-45C9-A6BA-DD7164ECC6A1}">
      <dgm:prSet/>
      <dgm:spPr/>
      <dgm:t>
        <a:bodyPr/>
        <a:lstStyle/>
        <a:p>
          <a:r>
            <a:rPr lang="en-US"/>
            <a:t>Environmental sustainability</a:t>
          </a:r>
        </a:p>
      </dgm:t>
    </dgm:pt>
    <dgm:pt modelId="{1DE7EBAA-2846-45C0-8110-0BE6772DBA06}" type="parTrans" cxnId="{3572DC74-D63D-47C9-97AA-372C58DDA99F}">
      <dgm:prSet/>
      <dgm:spPr/>
      <dgm:t>
        <a:bodyPr/>
        <a:lstStyle/>
        <a:p>
          <a:endParaRPr lang="en-US"/>
        </a:p>
      </dgm:t>
    </dgm:pt>
    <dgm:pt modelId="{80205A91-7E48-4229-BCF0-7B2E1079ADFE}" type="sibTrans" cxnId="{3572DC74-D63D-47C9-97AA-372C58DDA99F}">
      <dgm:prSet/>
      <dgm:spPr/>
      <dgm:t>
        <a:bodyPr/>
        <a:lstStyle/>
        <a:p>
          <a:endParaRPr lang="en-US"/>
        </a:p>
      </dgm:t>
    </dgm:pt>
    <dgm:pt modelId="{71F7D96E-18BA-4680-865A-83AF1A8E10A3}">
      <dgm:prSet/>
      <dgm:spPr/>
      <dgm:t>
        <a:bodyPr/>
        <a:lstStyle/>
        <a:p>
          <a:r>
            <a:rPr lang="en-US"/>
            <a:t>Integrated decision-support systems</a:t>
          </a:r>
        </a:p>
      </dgm:t>
    </dgm:pt>
    <dgm:pt modelId="{A3A6CD92-5696-4B09-9599-F133E4FFB849}" type="parTrans" cxnId="{12010D7E-7EC5-4870-81B6-7BDABD80688E}">
      <dgm:prSet/>
      <dgm:spPr/>
      <dgm:t>
        <a:bodyPr/>
        <a:lstStyle/>
        <a:p>
          <a:endParaRPr lang="en-US"/>
        </a:p>
      </dgm:t>
    </dgm:pt>
    <dgm:pt modelId="{7B48E41A-BB92-484A-AB7C-F9A7B6B54544}" type="sibTrans" cxnId="{12010D7E-7EC5-4870-81B6-7BDABD80688E}">
      <dgm:prSet/>
      <dgm:spPr/>
      <dgm:t>
        <a:bodyPr/>
        <a:lstStyle/>
        <a:p>
          <a:endParaRPr lang="en-US"/>
        </a:p>
      </dgm:t>
    </dgm:pt>
    <dgm:pt modelId="{04150F4C-222B-4DE1-8443-6E376BF83B6A}" type="pres">
      <dgm:prSet presAssocID="{962018C1-F4DD-4937-A31E-5D4B1E9D1C1D}" presName="root" presStyleCnt="0">
        <dgm:presLayoutVars>
          <dgm:dir/>
          <dgm:resizeHandles val="exact"/>
        </dgm:presLayoutVars>
      </dgm:prSet>
      <dgm:spPr/>
    </dgm:pt>
    <dgm:pt modelId="{AA564FBD-71DB-425A-8B91-AA7CCF358A8A}" type="pres">
      <dgm:prSet presAssocID="{52806016-629D-4015-B756-D0B89ED55B6C}" presName="compNode" presStyleCnt="0"/>
      <dgm:spPr/>
    </dgm:pt>
    <dgm:pt modelId="{9DE1BF43-1FCF-4354-AF28-0089317B813C}" type="pres">
      <dgm:prSet presAssocID="{52806016-629D-4015-B756-D0B89ED55B6C}" presName="bgRect" presStyleLbl="bgShp" presStyleIdx="0" presStyleCnt="5"/>
      <dgm:spPr/>
    </dgm:pt>
    <dgm:pt modelId="{303B5299-1CFB-469A-9088-AAA66027D032}" type="pres">
      <dgm:prSet presAssocID="{52806016-629D-4015-B756-D0B89ED55B6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9C0C99D-8760-496E-993B-CE964482F782}" type="pres">
      <dgm:prSet presAssocID="{52806016-629D-4015-B756-D0B89ED55B6C}" presName="spaceRect" presStyleCnt="0"/>
      <dgm:spPr/>
    </dgm:pt>
    <dgm:pt modelId="{F7D23C9B-2862-458D-A259-E3A954D7B32E}" type="pres">
      <dgm:prSet presAssocID="{52806016-629D-4015-B756-D0B89ED55B6C}" presName="parTx" presStyleLbl="revTx" presStyleIdx="0" presStyleCnt="9">
        <dgm:presLayoutVars>
          <dgm:chMax val="0"/>
          <dgm:chPref val="0"/>
        </dgm:presLayoutVars>
      </dgm:prSet>
      <dgm:spPr/>
    </dgm:pt>
    <dgm:pt modelId="{A2EEDA48-D7DD-4C6A-92E2-6975A106C088}" type="pres">
      <dgm:prSet presAssocID="{27982B51-484F-4269-A285-3FC938FA9384}" presName="sibTrans" presStyleCnt="0"/>
      <dgm:spPr/>
    </dgm:pt>
    <dgm:pt modelId="{FC8318B8-AAC7-48C4-B27E-55D84E8DC7D2}" type="pres">
      <dgm:prSet presAssocID="{4FB2C7B8-564E-432A-97DA-BF7066DAED82}" presName="compNode" presStyleCnt="0"/>
      <dgm:spPr/>
    </dgm:pt>
    <dgm:pt modelId="{5F83768B-A4C2-42C2-B67E-0C02433F539E}" type="pres">
      <dgm:prSet presAssocID="{4FB2C7B8-564E-432A-97DA-BF7066DAED82}" presName="bgRect" presStyleLbl="bgShp" presStyleIdx="1" presStyleCnt="5"/>
      <dgm:spPr/>
    </dgm:pt>
    <dgm:pt modelId="{6A8BE11C-82B7-4D1A-B7BA-819C10F20085}" type="pres">
      <dgm:prSet presAssocID="{4FB2C7B8-564E-432A-97DA-BF7066DAED8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60C6EBAD-DAA5-4180-AA2C-5FE5E46A1118}" type="pres">
      <dgm:prSet presAssocID="{4FB2C7B8-564E-432A-97DA-BF7066DAED82}" presName="spaceRect" presStyleCnt="0"/>
      <dgm:spPr/>
    </dgm:pt>
    <dgm:pt modelId="{4AEC578D-5096-4BBD-B848-3BE4003A8742}" type="pres">
      <dgm:prSet presAssocID="{4FB2C7B8-564E-432A-97DA-BF7066DAED82}" presName="parTx" presStyleLbl="revTx" presStyleIdx="1" presStyleCnt="9">
        <dgm:presLayoutVars>
          <dgm:chMax val="0"/>
          <dgm:chPref val="0"/>
        </dgm:presLayoutVars>
      </dgm:prSet>
      <dgm:spPr/>
    </dgm:pt>
    <dgm:pt modelId="{75E95263-8C30-47C7-A703-5D7125664695}" type="pres">
      <dgm:prSet presAssocID="{4FB2C7B8-564E-432A-97DA-BF7066DAED82}" presName="desTx" presStyleLbl="revTx" presStyleIdx="2" presStyleCnt="9">
        <dgm:presLayoutVars/>
      </dgm:prSet>
      <dgm:spPr/>
    </dgm:pt>
    <dgm:pt modelId="{0561E70B-F7BF-430C-94C3-DD55AE613EAB}" type="pres">
      <dgm:prSet presAssocID="{9EAB0261-15AA-46CD-AC2F-BED2EB6C7B5D}" presName="sibTrans" presStyleCnt="0"/>
      <dgm:spPr/>
    </dgm:pt>
    <dgm:pt modelId="{54DEBEA6-645E-4D3C-9505-B521658C2730}" type="pres">
      <dgm:prSet presAssocID="{66EEA80B-A174-4AFC-963D-2C74E7DFFA06}" presName="compNode" presStyleCnt="0"/>
      <dgm:spPr/>
    </dgm:pt>
    <dgm:pt modelId="{7653B188-1AD4-4A5E-B255-92865DB03D75}" type="pres">
      <dgm:prSet presAssocID="{66EEA80B-A174-4AFC-963D-2C74E7DFFA06}" presName="bgRect" presStyleLbl="bgShp" presStyleIdx="2" presStyleCnt="5"/>
      <dgm:spPr/>
    </dgm:pt>
    <dgm:pt modelId="{262D7BB8-1531-4AA4-B047-1B5C193E5BA2}" type="pres">
      <dgm:prSet presAssocID="{66EEA80B-A174-4AFC-963D-2C74E7DFFA0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7AFECB41-664F-43FB-BE48-DAD6892DAA5B}" type="pres">
      <dgm:prSet presAssocID="{66EEA80B-A174-4AFC-963D-2C74E7DFFA06}" presName="spaceRect" presStyleCnt="0"/>
      <dgm:spPr/>
    </dgm:pt>
    <dgm:pt modelId="{C57B3EDC-E143-43E7-8C84-8123E54C2D12}" type="pres">
      <dgm:prSet presAssocID="{66EEA80B-A174-4AFC-963D-2C74E7DFFA06}" presName="parTx" presStyleLbl="revTx" presStyleIdx="3" presStyleCnt="9">
        <dgm:presLayoutVars>
          <dgm:chMax val="0"/>
          <dgm:chPref val="0"/>
        </dgm:presLayoutVars>
      </dgm:prSet>
      <dgm:spPr/>
    </dgm:pt>
    <dgm:pt modelId="{DD253D8A-83F0-4235-8177-18E345AD4543}" type="pres">
      <dgm:prSet presAssocID="{66EEA80B-A174-4AFC-963D-2C74E7DFFA06}" presName="desTx" presStyleLbl="revTx" presStyleIdx="4" presStyleCnt="9">
        <dgm:presLayoutVars/>
      </dgm:prSet>
      <dgm:spPr/>
    </dgm:pt>
    <dgm:pt modelId="{D56C3DF4-2D6E-4176-84A3-5884D11C6756}" type="pres">
      <dgm:prSet presAssocID="{74525888-0A74-46D6-A933-8847C8610E48}" presName="sibTrans" presStyleCnt="0"/>
      <dgm:spPr/>
    </dgm:pt>
    <dgm:pt modelId="{0172D775-B055-4529-BE37-98C9723B48DF}" type="pres">
      <dgm:prSet presAssocID="{32B9122E-6FFF-49FC-A706-C019D5F5058D}" presName="compNode" presStyleCnt="0"/>
      <dgm:spPr/>
    </dgm:pt>
    <dgm:pt modelId="{2D49F158-4DB3-432A-A62C-8F7B34A1DDA4}" type="pres">
      <dgm:prSet presAssocID="{32B9122E-6FFF-49FC-A706-C019D5F5058D}" presName="bgRect" presStyleLbl="bgShp" presStyleIdx="3" presStyleCnt="5"/>
      <dgm:spPr/>
    </dgm:pt>
    <dgm:pt modelId="{B28830C4-B7D4-4DAC-9392-B9658F97AD60}" type="pres">
      <dgm:prSet presAssocID="{32B9122E-6FFF-49FC-A706-C019D5F5058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eds"/>
        </a:ext>
      </dgm:extLst>
    </dgm:pt>
    <dgm:pt modelId="{ABBD9CAE-53BB-4D34-B775-95138395F66C}" type="pres">
      <dgm:prSet presAssocID="{32B9122E-6FFF-49FC-A706-C019D5F5058D}" presName="spaceRect" presStyleCnt="0"/>
      <dgm:spPr/>
    </dgm:pt>
    <dgm:pt modelId="{777257A0-9A6B-4874-9A95-C417A3FED0A9}" type="pres">
      <dgm:prSet presAssocID="{32B9122E-6FFF-49FC-A706-C019D5F5058D}" presName="parTx" presStyleLbl="revTx" presStyleIdx="5" presStyleCnt="9">
        <dgm:presLayoutVars>
          <dgm:chMax val="0"/>
          <dgm:chPref val="0"/>
        </dgm:presLayoutVars>
      </dgm:prSet>
      <dgm:spPr/>
    </dgm:pt>
    <dgm:pt modelId="{3B2DCC9E-34F0-4889-B9DF-E040A7F6EA9D}" type="pres">
      <dgm:prSet presAssocID="{32B9122E-6FFF-49FC-A706-C019D5F5058D}" presName="desTx" presStyleLbl="revTx" presStyleIdx="6" presStyleCnt="9">
        <dgm:presLayoutVars/>
      </dgm:prSet>
      <dgm:spPr/>
    </dgm:pt>
    <dgm:pt modelId="{03F81A33-9AC2-4B73-99BB-04AAD97B03B5}" type="pres">
      <dgm:prSet presAssocID="{74B5543E-FD53-46D8-AB39-C06ED09ACFC3}" presName="sibTrans" presStyleCnt="0"/>
      <dgm:spPr/>
    </dgm:pt>
    <dgm:pt modelId="{77031683-3556-4D45-BF34-E4DAD9655766}" type="pres">
      <dgm:prSet presAssocID="{C07A67FE-C71C-41A7-B455-0C7DDF01136D}" presName="compNode" presStyleCnt="0"/>
      <dgm:spPr/>
    </dgm:pt>
    <dgm:pt modelId="{D79D3037-6F22-43FB-A7DF-081CC53FDADC}" type="pres">
      <dgm:prSet presAssocID="{C07A67FE-C71C-41A7-B455-0C7DDF01136D}" presName="bgRect" presStyleLbl="bgShp" presStyleIdx="4" presStyleCnt="5"/>
      <dgm:spPr/>
    </dgm:pt>
    <dgm:pt modelId="{537EF261-F093-4B64-8639-5D9798767F4E}" type="pres">
      <dgm:prSet presAssocID="{C07A67FE-C71C-41A7-B455-0C7DDF01136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45C144FA-0387-418D-B1FF-FD28FFB7B85D}" type="pres">
      <dgm:prSet presAssocID="{C07A67FE-C71C-41A7-B455-0C7DDF01136D}" presName="spaceRect" presStyleCnt="0"/>
      <dgm:spPr/>
    </dgm:pt>
    <dgm:pt modelId="{D50D1558-AF83-4D41-B2CD-076A17BC5015}" type="pres">
      <dgm:prSet presAssocID="{C07A67FE-C71C-41A7-B455-0C7DDF01136D}" presName="parTx" presStyleLbl="revTx" presStyleIdx="7" presStyleCnt="9">
        <dgm:presLayoutVars>
          <dgm:chMax val="0"/>
          <dgm:chPref val="0"/>
        </dgm:presLayoutVars>
      </dgm:prSet>
      <dgm:spPr/>
    </dgm:pt>
    <dgm:pt modelId="{9D909FB1-6184-4E0D-B34F-3F2C9FBEA661}" type="pres">
      <dgm:prSet presAssocID="{C07A67FE-C71C-41A7-B455-0C7DDF01136D}" presName="desTx" presStyleLbl="revTx" presStyleIdx="8" presStyleCnt="9">
        <dgm:presLayoutVars/>
      </dgm:prSet>
      <dgm:spPr/>
    </dgm:pt>
  </dgm:ptLst>
  <dgm:cxnLst>
    <dgm:cxn modelId="{497CD402-34AD-4157-81C3-18260D7E3081}" type="presOf" srcId="{AC018E31-49D8-41C5-9656-FEF2FED0D000}" destId="{DD253D8A-83F0-4235-8177-18E345AD4543}" srcOrd="0" destOrd="2" presId="urn:microsoft.com/office/officeart/2018/2/layout/IconVerticalSolidList"/>
    <dgm:cxn modelId="{2A433310-C6C9-4D28-AE24-1E8E5DFC1621}" type="presOf" srcId="{54AF916E-77B3-47B1-BFFF-1D472704FEA7}" destId="{3B2DCC9E-34F0-4889-B9DF-E040A7F6EA9D}" srcOrd="0" destOrd="2" presId="urn:microsoft.com/office/officeart/2018/2/layout/IconVerticalSolidList"/>
    <dgm:cxn modelId="{173F7211-0BB2-4645-8121-4B6D364D0963}" srcId="{32B9122E-6FFF-49FC-A706-C019D5F5058D}" destId="{A2471726-0216-41B1-99EB-756881E1E197}" srcOrd="0" destOrd="0" parTransId="{D1059C7D-63CA-48FE-8191-1E6D994E061B}" sibTransId="{0A68BFF9-67D8-4102-9925-0C34E82164BA}"/>
    <dgm:cxn modelId="{1101A120-5E48-4498-95A2-514BEE346C44}" srcId="{962018C1-F4DD-4937-A31E-5D4B1E9D1C1D}" destId="{4FB2C7B8-564E-432A-97DA-BF7066DAED82}" srcOrd="1" destOrd="0" parTransId="{8B893E9F-5473-469D-B42E-D1A5751D1E5C}" sibTransId="{9EAB0261-15AA-46CD-AC2F-BED2EB6C7B5D}"/>
    <dgm:cxn modelId="{4074262B-2F4C-45FC-AA1A-F8DAD44901EE}" type="presOf" srcId="{35DDA6D0-6DB0-40C2-AC6D-65A782340AAE}" destId="{75E95263-8C30-47C7-A703-5D7125664695}" srcOrd="0" destOrd="0" presId="urn:microsoft.com/office/officeart/2018/2/layout/IconVerticalSolidList"/>
    <dgm:cxn modelId="{B10F954D-13E2-4FFD-B8FD-2CB70875FADA}" type="presOf" srcId="{C296E47D-322D-46E3-8F41-753BD9FCB42C}" destId="{75E95263-8C30-47C7-A703-5D7125664695}" srcOrd="0" destOrd="1" presId="urn:microsoft.com/office/officeart/2018/2/layout/IconVerticalSolidList"/>
    <dgm:cxn modelId="{895CE971-D9D3-42C7-8601-9BD85573BC0B}" srcId="{962018C1-F4DD-4937-A31E-5D4B1E9D1C1D}" destId="{32B9122E-6FFF-49FC-A706-C019D5F5058D}" srcOrd="3" destOrd="0" parTransId="{2BCB4D7F-7280-4045-82D6-0160721ECF91}" sibTransId="{74B5543E-FD53-46D8-AB39-C06ED09ACFC3}"/>
    <dgm:cxn modelId="{3572DC74-D63D-47C9-97AA-372C58DDA99F}" srcId="{C07A67FE-C71C-41A7-B455-0C7DDF01136D}" destId="{F8F47319-C213-45C9-A6BA-DD7164ECC6A1}" srcOrd="0" destOrd="0" parTransId="{1DE7EBAA-2846-45C0-8110-0BE6772DBA06}" sibTransId="{80205A91-7E48-4229-BCF0-7B2E1079ADFE}"/>
    <dgm:cxn modelId="{2451CA55-D773-482C-A680-46536748C9D6}" srcId="{66EEA80B-A174-4AFC-963D-2C74E7DFFA06}" destId="{4C9F2436-DDDA-445F-99A6-325CA86712A6}" srcOrd="0" destOrd="0" parTransId="{82338DB4-4411-4B5D-B11B-4FC07F43B42F}" sibTransId="{EAFC70CF-8F9F-4BB2-961C-7FFFE958F0C3}"/>
    <dgm:cxn modelId="{D54E3D76-968B-4D3A-A118-9C6F1818AA4A}" type="presOf" srcId="{66EEA80B-A174-4AFC-963D-2C74E7DFFA06}" destId="{C57B3EDC-E143-43E7-8C84-8123E54C2D12}" srcOrd="0" destOrd="0" presId="urn:microsoft.com/office/officeart/2018/2/layout/IconVerticalSolidList"/>
    <dgm:cxn modelId="{A3CA4876-5541-42FF-8BC4-BB9F2804EED6}" type="presOf" srcId="{52806016-629D-4015-B756-D0B89ED55B6C}" destId="{F7D23C9B-2862-458D-A259-E3A954D7B32E}" srcOrd="0" destOrd="0" presId="urn:microsoft.com/office/officeart/2018/2/layout/IconVerticalSolidList"/>
    <dgm:cxn modelId="{12010D7E-7EC5-4870-81B6-7BDABD80688E}" srcId="{C07A67FE-C71C-41A7-B455-0C7DDF01136D}" destId="{71F7D96E-18BA-4680-865A-83AF1A8E10A3}" srcOrd="1" destOrd="0" parTransId="{A3A6CD92-5696-4B09-9599-F133E4FFB849}" sibTransId="{7B48E41A-BB92-484A-AB7C-F9A7B6B54544}"/>
    <dgm:cxn modelId="{BB26C17F-7213-4ECE-BE8E-77AC0D11CD7E}" type="presOf" srcId="{71F7D96E-18BA-4680-865A-83AF1A8E10A3}" destId="{9D909FB1-6184-4E0D-B34F-3F2C9FBEA661}" srcOrd="0" destOrd="1" presId="urn:microsoft.com/office/officeart/2018/2/layout/IconVerticalSolidList"/>
    <dgm:cxn modelId="{01877082-9CA1-4966-BEF4-0B703C23BDAC}" type="presOf" srcId="{F8F47319-C213-45C9-A6BA-DD7164ECC6A1}" destId="{9D909FB1-6184-4E0D-B34F-3F2C9FBEA661}" srcOrd="0" destOrd="0" presId="urn:microsoft.com/office/officeart/2018/2/layout/IconVerticalSolidList"/>
    <dgm:cxn modelId="{9EFFB682-F370-4FB0-8DD6-410F99D32B44}" type="presOf" srcId="{C07A67FE-C71C-41A7-B455-0C7DDF01136D}" destId="{D50D1558-AF83-4D41-B2CD-076A17BC5015}" srcOrd="0" destOrd="0" presId="urn:microsoft.com/office/officeart/2018/2/layout/IconVerticalSolidList"/>
    <dgm:cxn modelId="{61F34586-8D1F-4A72-88A9-42F07E78E3B7}" type="presOf" srcId="{4C9F2436-DDDA-445F-99A6-325CA86712A6}" destId="{DD253D8A-83F0-4235-8177-18E345AD4543}" srcOrd="0" destOrd="0" presId="urn:microsoft.com/office/officeart/2018/2/layout/IconVerticalSolidList"/>
    <dgm:cxn modelId="{FBB9DE86-401E-4534-B8F9-266DFCBD19DD}" srcId="{4FB2C7B8-564E-432A-97DA-BF7066DAED82}" destId="{C296E47D-322D-46E3-8F41-753BD9FCB42C}" srcOrd="1" destOrd="0" parTransId="{58FAB5D5-89D0-4ADD-9AE4-098A24A1451D}" sibTransId="{75A02CA0-B343-4E87-991C-BE19CEC99FC6}"/>
    <dgm:cxn modelId="{637A4A88-3797-481F-BD03-118794EBDC18}" srcId="{66EEA80B-A174-4AFC-963D-2C74E7DFFA06}" destId="{AC018E31-49D8-41C5-9656-FEF2FED0D000}" srcOrd="2" destOrd="0" parTransId="{3CEC0C82-2CA9-4AF9-820D-DB2867A656FA}" sibTransId="{DC4CA3DF-3F9F-4AE7-A41E-8F9484749291}"/>
    <dgm:cxn modelId="{9E2C5D92-D24C-45A7-984C-19889C71C112}" type="presOf" srcId="{4FB2C7B8-564E-432A-97DA-BF7066DAED82}" destId="{4AEC578D-5096-4BBD-B848-3BE4003A8742}" srcOrd="0" destOrd="0" presId="urn:microsoft.com/office/officeart/2018/2/layout/IconVerticalSolidList"/>
    <dgm:cxn modelId="{57AB11A7-8EF0-4F88-AE26-72342A0CCA09}" srcId="{962018C1-F4DD-4937-A31E-5D4B1E9D1C1D}" destId="{C07A67FE-C71C-41A7-B455-0C7DDF01136D}" srcOrd="4" destOrd="0" parTransId="{9B40E997-FA7A-45B7-9F6C-D3E8EF4A4283}" sibTransId="{19F1BAFF-3821-4572-8584-A9D8782E4066}"/>
    <dgm:cxn modelId="{86C4F0A9-0D81-45EB-8843-8176DCEB0BBB}" srcId="{962018C1-F4DD-4937-A31E-5D4B1E9D1C1D}" destId="{52806016-629D-4015-B756-D0B89ED55B6C}" srcOrd="0" destOrd="0" parTransId="{EAE07ED2-B60F-42F4-AA3B-6DBCCC34F724}" sibTransId="{27982B51-484F-4269-A285-3FC938FA9384}"/>
    <dgm:cxn modelId="{C67AD1AC-B058-4125-A91D-431F6D155B1E}" type="presOf" srcId="{962018C1-F4DD-4937-A31E-5D4B1E9D1C1D}" destId="{04150F4C-222B-4DE1-8443-6E376BF83B6A}" srcOrd="0" destOrd="0" presId="urn:microsoft.com/office/officeart/2018/2/layout/IconVerticalSolidList"/>
    <dgm:cxn modelId="{E19DF0C0-815A-457A-B7E6-9F1BA41A1F78}" srcId="{32B9122E-6FFF-49FC-A706-C019D5F5058D}" destId="{54AF916E-77B3-47B1-BFFF-1D472704FEA7}" srcOrd="2" destOrd="0" parTransId="{CD3141AD-1D63-4A07-B2CE-6C6D6E05652F}" sibTransId="{4EB3DA1F-7402-4741-B578-61A937CC2BA3}"/>
    <dgm:cxn modelId="{5FF5ADC8-A8FB-47C7-90D0-874E9C6A4CD7}" srcId="{32B9122E-6FFF-49FC-A706-C019D5F5058D}" destId="{595B9E77-B5C4-487A-A151-56B833198A4A}" srcOrd="1" destOrd="0" parTransId="{EB048AD7-10F5-4A68-8E0D-1A2061BC1D39}" sibTransId="{9407C2D2-758F-4DA5-B516-12E15C0AC8A2}"/>
    <dgm:cxn modelId="{786399DF-8C1D-44F2-A3EF-0390EF43D044}" type="presOf" srcId="{32B9122E-6FFF-49FC-A706-C019D5F5058D}" destId="{777257A0-9A6B-4874-9A95-C417A3FED0A9}" srcOrd="0" destOrd="0" presId="urn:microsoft.com/office/officeart/2018/2/layout/IconVerticalSolidList"/>
    <dgm:cxn modelId="{DE76CDDF-5E72-4D54-A3F6-16DEB2DA2804}" srcId="{962018C1-F4DD-4937-A31E-5D4B1E9D1C1D}" destId="{66EEA80B-A174-4AFC-963D-2C74E7DFFA06}" srcOrd="2" destOrd="0" parTransId="{6FEC881A-A20E-4872-9773-05874A9B0905}" sibTransId="{74525888-0A74-46D6-A933-8847C8610E48}"/>
    <dgm:cxn modelId="{032B34EE-EB58-4806-B1AE-06B2AB2DE25A}" type="presOf" srcId="{A2471726-0216-41B1-99EB-756881E1E197}" destId="{3B2DCC9E-34F0-4889-B9DF-E040A7F6EA9D}" srcOrd="0" destOrd="0" presId="urn:microsoft.com/office/officeart/2018/2/layout/IconVerticalSolidList"/>
    <dgm:cxn modelId="{FFFB17F1-1DD8-4905-9DC0-D3E3EF26A3AB}" type="presOf" srcId="{595B9E77-B5C4-487A-A151-56B833198A4A}" destId="{3B2DCC9E-34F0-4889-B9DF-E040A7F6EA9D}" srcOrd="0" destOrd="1" presId="urn:microsoft.com/office/officeart/2018/2/layout/IconVerticalSolidList"/>
    <dgm:cxn modelId="{E1085BF1-D949-4419-83A9-8B93D9DBB27A}" type="presOf" srcId="{65A075D4-430B-4005-B011-1F60E071E33B}" destId="{DD253D8A-83F0-4235-8177-18E345AD4543}" srcOrd="0" destOrd="1" presId="urn:microsoft.com/office/officeart/2018/2/layout/IconVerticalSolidList"/>
    <dgm:cxn modelId="{DB4ED8F1-3EF8-42CD-A093-2BA2D31A5723}" srcId="{66EEA80B-A174-4AFC-963D-2C74E7DFFA06}" destId="{65A075D4-430B-4005-B011-1F60E071E33B}" srcOrd="1" destOrd="0" parTransId="{9272FB51-519C-444B-8FA6-8E93D2570A8B}" sibTransId="{837E1E30-FE9D-4A36-8963-BB0B453A5843}"/>
    <dgm:cxn modelId="{333E3CFE-3808-40DC-AE58-E137AB88F111}" srcId="{4FB2C7B8-564E-432A-97DA-BF7066DAED82}" destId="{35DDA6D0-6DB0-40C2-AC6D-65A782340AAE}" srcOrd="0" destOrd="0" parTransId="{958B6961-F0A3-4928-80D1-C3A0CA94C778}" sibTransId="{895763B1-21C3-4549-A588-2C1371C87757}"/>
    <dgm:cxn modelId="{77DACA32-9AC7-476B-95E1-3956BA694F54}" type="presParOf" srcId="{04150F4C-222B-4DE1-8443-6E376BF83B6A}" destId="{AA564FBD-71DB-425A-8B91-AA7CCF358A8A}" srcOrd="0" destOrd="0" presId="urn:microsoft.com/office/officeart/2018/2/layout/IconVerticalSolidList"/>
    <dgm:cxn modelId="{301313E2-D982-47F7-952C-15781C85E2A2}" type="presParOf" srcId="{AA564FBD-71DB-425A-8B91-AA7CCF358A8A}" destId="{9DE1BF43-1FCF-4354-AF28-0089317B813C}" srcOrd="0" destOrd="0" presId="urn:microsoft.com/office/officeart/2018/2/layout/IconVerticalSolidList"/>
    <dgm:cxn modelId="{450ADC33-BAB4-473D-9CB8-F9D80D1B96CA}" type="presParOf" srcId="{AA564FBD-71DB-425A-8B91-AA7CCF358A8A}" destId="{303B5299-1CFB-469A-9088-AAA66027D032}" srcOrd="1" destOrd="0" presId="urn:microsoft.com/office/officeart/2018/2/layout/IconVerticalSolidList"/>
    <dgm:cxn modelId="{30D3FE68-1EE4-40AB-BA9E-9645B97D6004}" type="presParOf" srcId="{AA564FBD-71DB-425A-8B91-AA7CCF358A8A}" destId="{C9C0C99D-8760-496E-993B-CE964482F782}" srcOrd="2" destOrd="0" presId="urn:microsoft.com/office/officeart/2018/2/layout/IconVerticalSolidList"/>
    <dgm:cxn modelId="{9DE8551F-2C8B-4CB4-8706-5449DDD136AF}" type="presParOf" srcId="{AA564FBD-71DB-425A-8B91-AA7CCF358A8A}" destId="{F7D23C9B-2862-458D-A259-E3A954D7B32E}" srcOrd="3" destOrd="0" presId="urn:microsoft.com/office/officeart/2018/2/layout/IconVerticalSolidList"/>
    <dgm:cxn modelId="{7C35AEC6-0AFA-4E8C-A375-D2A6ADE3CAD6}" type="presParOf" srcId="{04150F4C-222B-4DE1-8443-6E376BF83B6A}" destId="{A2EEDA48-D7DD-4C6A-92E2-6975A106C088}" srcOrd="1" destOrd="0" presId="urn:microsoft.com/office/officeart/2018/2/layout/IconVerticalSolidList"/>
    <dgm:cxn modelId="{75FD896F-1C15-41F4-BF89-DC821B6B3A8A}" type="presParOf" srcId="{04150F4C-222B-4DE1-8443-6E376BF83B6A}" destId="{FC8318B8-AAC7-48C4-B27E-55D84E8DC7D2}" srcOrd="2" destOrd="0" presId="urn:microsoft.com/office/officeart/2018/2/layout/IconVerticalSolidList"/>
    <dgm:cxn modelId="{D6885924-4038-4D6A-81D2-2769A4ED665B}" type="presParOf" srcId="{FC8318B8-AAC7-48C4-B27E-55D84E8DC7D2}" destId="{5F83768B-A4C2-42C2-B67E-0C02433F539E}" srcOrd="0" destOrd="0" presId="urn:microsoft.com/office/officeart/2018/2/layout/IconVerticalSolidList"/>
    <dgm:cxn modelId="{BA751548-7D50-4657-94D4-1D1B993E2924}" type="presParOf" srcId="{FC8318B8-AAC7-48C4-B27E-55D84E8DC7D2}" destId="{6A8BE11C-82B7-4D1A-B7BA-819C10F20085}" srcOrd="1" destOrd="0" presId="urn:microsoft.com/office/officeart/2018/2/layout/IconVerticalSolidList"/>
    <dgm:cxn modelId="{5BD3FA95-725D-442C-878F-1D1616215E96}" type="presParOf" srcId="{FC8318B8-AAC7-48C4-B27E-55D84E8DC7D2}" destId="{60C6EBAD-DAA5-4180-AA2C-5FE5E46A1118}" srcOrd="2" destOrd="0" presId="urn:microsoft.com/office/officeart/2018/2/layout/IconVerticalSolidList"/>
    <dgm:cxn modelId="{62F0401F-A6F9-4B48-B446-59B17D6387E1}" type="presParOf" srcId="{FC8318B8-AAC7-48C4-B27E-55D84E8DC7D2}" destId="{4AEC578D-5096-4BBD-B848-3BE4003A8742}" srcOrd="3" destOrd="0" presId="urn:microsoft.com/office/officeart/2018/2/layout/IconVerticalSolidList"/>
    <dgm:cxn modelId="{CC007A84-905F-4DC6-BBC2-3B6C934BF5D6}" type="presParOf" srcId="{FC8318B8-AAC7-48C4-B27E-55D84E8DC7D2}" destId="{75E95263-8C30-47C7-A703-5D7125664695}" srcOrd="4" destOrd="0" presId="urn:microsoft.com/office/officeart/2018/2/layout/IconVerticalSolidList"/>
    <dgm:cxn modelId="{8CA7AE49-0914-4BE0-AB49-474858DAD9F0}" type="presParOf" srcId="{04150F4C-222B-4DE1-8443-6E376BF83B6A}" destId="{0561E70B-F7BF-430C-94C3-DD55AE613EAB}" srcOrd="3" destOrd="0" presId="urn:microsoft.com/office/officeart/2018/2/layout/IconVerticalSolidList"/>
    <dgm:cxn modelId="{6D89FD8F-C315-4AD3-9C33-2B32A5DCEB4B}" type="presParOf" srcId="{04150F4C-222B-4DE1-8443-6E376BF83B6A}" destId="{54DEBEA6-645E-4D3C-9505-B521658C2730}" srcOrd="4" destOrd="0" presId="urn:microsoft.com/office/officeart/2018/2/layout/IconVerticalSolidList"/>
    <dgm:cxn modelId="{9D28D48B-F6B3-4F1F-989B-03F91B25B302}" type="presParOf" srcId="{54DEBEA6-645E-4D3C-9505-B521658C2730}" destId="{7653B188-1AD4-4A5E-B255-92865DB03D75}" srcOrd="0" destOrd="0" presId="urn:microsoft.com/office/officeart/2018/2/layout/IconVerticalSolidList"/>
    <dgm:cxn modelId="{9D401F0E-90EC-45CB-A27A-7924F4628524}" type="presParOf" srcId="{54DEBEA6-645E-4D3C-9505-B521658C2730}" destId="{262D7BB8-1531-4AA4-B047-1B5C193E5BA2}" srcOrd="1" destOrd="0" presId="urn:microsoft.com/office/officeart/2018/2/layout/IconVerticalSolidList"/>
    <dgm:cxn modelId="{5C6C3018-B6F5-4861-B37F-E9C3E8821443}" type="presParOf" srcId="{54DEBEA6-645E-4D3C-9505-B521658C2730}" destId="{7AFECB41-664F-43FB-BE48-DAD6892DAA5B}" srcOrd="2" destOrd="0" presId="urn:microsoft.com/office/officeart/2018/2/layout/IconVerticalSolidList"/>
    <dgm:cxn modelId="{CC48652A-2193-4C3E-9791-00E6A3AC70B2}" type="presParOf" srcId="{54DEBEA6-645E-4D3C-9505-B521658C2730}" destId="{C57B3EDC-E143-43E7-8C84-8123E54C2D12}" srcOrd="3" destOrd="0" presId="urn:microsoft.com/office/officeart/2018/2/layout/IconVerticalSolidList"/>
    <dgm:cxn modelId="{C29C8730-2581-4E5F-8925-A53C996CAC12}" type="presParOf" srcId="{54DEBEA6-645E-4D3C-9505-B521658C2730}" destId="{DD253D8A-83F0-4235-8177-18E345AD4543}" srcOrd="4" destOrd="0" presId="urn:microsoft.com/office/officeart/2018/2/layout/IconVerticalSolidList"/>
    <dgm:cxn modelId="{E2072E94-5FBE-4201-8E5A-935BFB87914B}" type="presParOf" srcId="{04150F4C-222B-4DE1-8443-6E376BF83B6A}" destId="{D56C3DF4-2D6E-4176-84A3-5884D11C6756}" srcOrd="5" destOrd="0" presId="urn:microsoft.com/office/officeart/2018/2/layout/IconVerticalSolidList"/>
    <dgm:cxn modelId="{E2836104-DEA2-456D-9D6A-7CB96675F8DC}" type="presParOf" srcId="{04150F4C-222B-4DE1-8443-6E376BF83B6A}" destId="{0172D775-B055-4529-BE37-98C9723B48DF}" srcOrd="6" destOrd="0" presId="urn:microsoft.com/office/officeart/2018/2/layout/IconVerticalSolidList"/>
    <dgm:cxn modelId="{8CE78CCD-F7AC-4517-968E-3C35A3E2A080}" type="presParOf" srcId="{0172D775-B055-4529-BE37-98C9723B48DF}" destId="{2D49F158-4DB3-432A-A62C-8F7B34A1DDA4}" srcOrd="0" destOrd="0" presId="urn:microsoft.com/office/officeart/2018/2/layout/IconVerticalSolidList"/>
    <dgm:cxn modelId="{695BC63C-9345-4B79-95B9-00481DDEF83F}" type="presParOf" srcId="{0172D775-B055-4529-BE37-98C9723B48DF}" destId="{B28830C4-B7D4-4DAC-9392-B9658F97AD60}" srcOrd="1" destOrd="0" presId="urn:microsoft.com/office/officeart/2018/2/layout/IconVerticalSolidList"/>
    <dgm:cxn modelId="{ADFC99FF-0A51-4B98-A2DA-A81E3218C18F}" type="presParOf" srcId="{0172D775-B055-4529-BE37-98C9723B48DF}" destId="{ABBD9CAE-53BB-4D34-B775-95138395F66C}" srcOrd="2" destOrd="0" presId="urn:microsoft.com/office/officeart/2018/2/layout/IconVerticalSolidList"/>
    <dgm:cxn modelId="{E3F75BE5-FBF6-4CDD-BF1C-BE3186D324F4}" type="presParOf" srcId="{0172D775-B055-4529-BE37-98C9723B48DF}" destId="{777257A0-9A6B-4874-9A95-C417A3FED0A9}" srcOrd="3" destOrd="0" presId="urn:microsoft.com/office/officeart/2018/2/layout/IconVerticalSolidList"/>
    <dgm:cxn modelId="{271ACB5C-C72E-4F62-873A-FAFBB30C5693}" type="presParOf" srcId="{0172D775-B055-4529-BE37-98C9723B48DF}" destId="{3B2DCC9E-34F0-4889-B9DF-E040A7F6EA9D}" srcOrd="4" destOrd="0" presId="urn:microsoft.com/office/officeart/2018/2/layout/IconVerticalSolidList"/>
    <dgm:cxn modelId="{DBA63389-F8DC-4B96-BD96-803DCCB6ECFE}" type="presParOf" srcId="{04150F4C-222B-4DE1-8443-6E376BF83B6A}" destId="{03F81A33-9AC2-4B73-99BB-04AAD97B03B5}" srcOrd="7" destOrd="0" presId="urn:microsoft.com/office/officeart/2018/2/layout/IconVerticalSolidList"/>
    <dgm:cxn modelId="{5CC0881F-41F1-4A5B-9C3B-A2626C90C355}" type="presParOf" srcId="{04150F4C-222B-4DE1-8443-6E376BF83B6A}" destId="{77031683-3556-4D45-BF34-E4DAD9655766}" srcOrd="8" destOrd="0" presId="urn:microsoft.com/office/officeart/2018/2/layout/IconVerticalSolidList"/>
    <dgm:cxn modelId="{2A2D40AA-0A2F-4258-BED5-70B10D57CB9B}" type="presParOf" srcId="{77031683-3556-4D45-BF34-E4DAD9655766}" destId="{D79D3037-6F22-43FB-A7DF-081CC53FDADC}" srcOrd="0" destOrd="0" presId="urn:microsoft.com/office/officeart/2018/2/layout/IconVerticalSolidList"/>
    <dgm:cxn modelId="{23AE1E7C-7FE2-4F57-B20E-4ADD493FEEC5}" type="presParOf" srcId="{77031683-3556-4D45-BF34-E4DAD9655766}" destId="{537EF261-F093-4B64-8639-5D9798767F4E}" srcOrd="1" destOrd="0" presId="urn:microsoft.com/office/officeart/2018/2/layout/IconVerticalSolidList"/>
    <dgm:cxn modelId="{2A9BA5C5-C7F3-44D8-BBC2-B9FE7909088B}" type="presParOf" srcId="{77031683-3556-4D45-BF34-E4DAD9655766}" destId="{45C144FA-0387-418D-B1FF-FD28FFB7B85D}" srcOrd="2" destOrd="0" presId="urn:microsoft.com/office/officeart/2018/2/layout/IconVerticalSolidList"/>
    <dgm:cxn modelId="{26258F64-9F38-4022-AAA8-2450065C4DBD}" type="presParOf" srcId="{77031683-3556-4D45-BF34-E4DAD9655766}" destId="{D50D1558-AF83-4D41-B2CD-076A17BC5015}" srcOrd="3" destOrd="0" presId="urn:microsoft.com/office/officeart/2018/2/layout/IconVerticalSolidList"/>
    <dgm:cxn modelId="{D4F1158E-01CC-48BC-9DEF-D8186936C063}" type="presParOf" srcId="{77031683-3556-4D45-BF34-E4DAD9655766}" destId="{9D909FB1-6184-4E0D-B34F-3F2C9FBEA661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884C67-0F36-4234-A750-C59D6A5235F5}">
      <dsp:nvSpPr>
        <dsp:cNvPr id="0" name=""/>
        <dsp:cNvSpPr/>
      </dsp:nvSpPr>
      <dsp:spPr>
        <a:xfrm>
          <a:off x="745987" y="1082018"/>
          <a:ext cx="919942" cy="9199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5A35EC-371C-4DFA-975D-2D466016F579}">
      <dsp:nvSpPr>
        <dsp:cNvPr id="0" name=""/>
        <dsp:cNvSpPr/>
      </dsp:nvSpPr>
      <dsp:spPr>
        <a:xfrm>
          <a:off x="183800" y="2291463"/>
          <a:ext cx="204431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7,282 academic papers analysed</a:t>
          </a:r>
          <a:endParaRPr lang="en-US" sz="1400" kern="1200"/>
        </a:p>
      </dsp:txBody>
      <dsp:txXfrm>
        <a:off x="183800" y="2291463"/>
        <a:ext cx="2044316" cy="720000"/>
      </dsp:txXfrm>
    </dsp:sp>
    <dsp:sp modelId="{D68D6198-FAA2-44EA-9DB0-B5645B5AFAF7}">
      <dsp:nvSpPr>
        <dsp:cNvPr id="0" name=""/>
        <dsp:cNvSpPr/>
      </dsp:nvSpPr>
      <dsp:spPr>
        <a:xfrm>
          <a:off x="3148059" y="1082018"/>
          <a:ext cx="919942" cy="9199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BDA7A5-299F-4BEB-82BC-8197BB5696DB}">
      <dsp:nvSpPr>
        <dsp:cNvPr id="0" name=""/>
        <dsp:cNvSpPr/>
      </dsp:nvSpPr>
      <dsp:spPr>
        <a:xfrm>
          <a:off x="2585872" y="2291463"/>
          <a:ext cx="204431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Coverage from 1998-2025</a:t>
          </a:r>
          <a:endParaRPr lang="en-US" sz="1400" kern="1200"/>
        </a:p>
      </dsp:txBody>
      <dsp:txXfrm>
        <a:off x="2585872" y="2291463"/>
        <a:ext cx="2044316" cy="720000"/>
      </dsp:txXfrm>
    </dsp:sp>
    <dsp:sp modelId="{22AD3364-C458-4074-AF88-6F3F50528C5F}">
      <dsp:nvSpPr>
        <dsp:cNvPr id="0" name=""/>
        <dsp:cNvSpPr/>
      </dsp:nvSpPr>
      <dsp:spPr>
        <a:xfrm>
          <a:off x="5550131" y="1082018"/>
          <a:ext cx="919942" cy="91994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EBD26F-39E9-4EAB-939C-1969620DC444}">
      <dsp:nvSpPr>
        <dsp:cNvPr id="0" name=""/>
        <dsp:cNvSpPr/>
      </dsp:nvSpPr>
      <dsp:spPr>
        <a:xfrm>
          <a:off x="4987944" y="2291463"/>
          <a:ext cx="204431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Includes agronomy, environmental and technology journals</a:t>
          </a:r>
          <a:endParaRPr lang="en-US" sz="1400" kern="1200"/>
        </a:p>
      </dsp:txBody>
      <dsp:txXfrm>
        <a:off x="4987944" y="2291463"/>
        <a:ext cx="2044316" cy="720000"/>
      </dsp:txXfrm>
    </dsp:sp>
    <dsp:sp modelId="{EA96C914-7FAB-4C7C-BB70-1489503FAB3E}">
      <dsp:nvSpPr>
        <dsp:cNvPr id="0" name=""/>
        <dsp:cNvSpPr/>
      </dsp:nvSpPr>
      <dsp:spPr>
        <a:xfrm>
          <a:off x="7952203" y="1082018"/>
          <a:ext cx="919942" cy="91994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FF060-2BC5-47DE-9402-10E40F7346D4}">
      <dsp:nvSpPr>
        <dsp:cNvPr id="0" name=""/>
        <dsp:cNvSpPr/>
      </dsp:nvSpPr>
      <dsp:spPr>
        <a:xfrm>
          <a:off x="7390016" y="2291463"/>
          <a:ext cx="204431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Data sourced from citation graphs, academic paper database</a:t>
          </a:r>
          <a:endParaRPr lang="en-US" sz="1400" kern="1200"/>
        </a:p>
      </dsp:txBody>
      <dsp:txXfrm>
        <a:off x="7390016" y="2291463"/>
        <a:ext cx="2044316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E1BF43-1FCF-4354-AF28-0089317B813C}">
      <dsp:nvSpPr>
        <dsp:cNvPr id="0" name=""/>
        <dsp:cNvSpPr/>
      </dsp:nvSpPr>
      <dsp:spPr>
        <a:xfrm>
          <a:off x="0" y="5193"/>
          <a:ext cx="9618133" cy="6805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3B5299-1CFB-469A-9088-AAA66027D032}">
      <dsp:nvSpPr>
        <dsp:cNvPr id="0" name=""/>
        <dsp:cNvSpPr/>
      </dsp:nvSpPr>
      <dsp:spPr>
        <a:xfrm>
          <a:off x="205856" y="158309"/>
          <a:ext cx="374283" cy="3742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D23C9B-2862-458D-A259-E3A954D7B32E}">
      <dsp:nvSpPr>
        <dsp:cNvPr id="0" name=""/>
        <dsp:cNvSpPr/>
      </dsp:nvSpPr>
      <dsp:spPr>
        <a:xfrm>
          <a:off x="785995" y="5193"/>
          <a:ext cx="8831368" cy="680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21" tIns="72021" rIns="72021" bIns="7202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10 subfields form a layered structure: foundational sciences enable sensing and ML technologies, which support applied management domains, all of which integrate into decision-support systems.</a:t>
          </a:r>
        </a:p>
      </dsp:txBody>
      <dsp:txXfrm>
        <a:off x="785995" y="5193"/>
        <a:ext cx="8831368" cy="680515"/>
      </dsp:txXfrm>
    </dsp:sp>
    <dsp:sp modelId="{5F83768B-A4C2-42C2-B67E-0C02433F539E}">
      <dsp:nvSpPr>
        <dsp:cNvPr id="0" name=""/>
        <dsp:cNvSpPr/>
      </dsp:nvSpPr>
      <dsp:spPr>
        <a:xfrm>
          <a:off x="0" y="855838"/>
          <a:ext cx="9618133" cy="68051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8BE11C-82B7-4D1A-B7BA-819C10F20085}">
      <dsp:nvSpPr>
        <dsp:cNvPr id="0" name=""/>
        <dsp:cNvSpPr/>
      </dsp:nvSpPr>
      <dsp:spPr>
        <a:xfrm>
          <a:off x="205856" y="1008954"/>
          <a:ext cx="374283" cy="3742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EC578D-5096-4BBD-B848-3BE4003A8742}">
      <dsp:nvSpPr>
        <dsp:cNvPr id="0" name=""/>
        <dsp:cNvSpPr/>
      </dsp:nvSpPr>
      <dsp:spPr>
        <a:xfrm>
          <a:off x="785995" y="855838"/>
          <a:ext cx="4328159" cy="680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21" tIns="72021" rIns="72021" bIns="7202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Foundation layer</a:t>
          </a:r>
        </a:p>
      </dsp:txBody>
      <dsp:txXfrm>
        <a:off x="785995" y="855838"/>
        <a:ext cx="4328159" cy="680515"/>
      </dsp:txXfrm>
    </dsp:sp>
    <dsp:sp modelId="{75E95263-8C30-47C7-A703-5D7125664695}">
      <dsp:nvSpPr>
        <dsp:cNvPr id="0" name=""/>
        <dsp:cNvSpPr/>
      </dsp:nvSpPr>
      <dsp:spPr>
        <a:xfrm>
          <a:off x="5114155" y="855838"/>
          <a:ext cx="4503209" cy="680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21" tIns="72021" rIns="72021" bIns="72021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Soil science foundations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Agronomy</a:t>
          </a:r>
        </a:p>
      </dsp:txBody>
      <dsp:txXfrm>
        <a:off x="5114155" y="855838"/>
        <a:ext cx="4503209" cy="680515"/>
      </dsp:txXfrm>
    </dsp:sp>
    <dsp:sp modelId="{7653B188-1AD4-4A5E-B255-92865DB03D75}">
      <dsp:nvSpPr>
        <dsp:cNvPr id="0" name=""/>
        <dsp:cNvSpPr/>
      </dsp:nvSpPr>
      <dsp:spPr>
        <a:xfrm>
          <a:off x="0" y="1706483"/>
          <a:ext cx="9618133" cy="68051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2D7BB8-1531-4AA4-B047-1B5C193E5BA2}">
      <dsp:nvSpPr>
        <dsp:cNvPr id="0" name=""/>
        <dsp:cNvSpPr/>
      </dsp:nvSpPr>
      <dsp:spPr>
        <a:xfrm>
          <a:off x="205856" y="1859599"/>
          <a:ext cx="374283" cy="3742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7B3EDC-E143-43E7-8C84-8123E54C2D12}">
      <dsp:nvSpPr>
        <dsp:cNvPr id="0" name=""/>
        <dsp:cNvSpPr/>
      </dsp:nvSpPr>
      <dsp:spPr>
        <a:xfrm>
          <a:off x="785995" y="1706483"/>
          <a:ext cx="4328159" cy="680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21" tIns="72021" rIns="72021" bIns="7202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Technology layer</a:t>
          </a:r>
        </a:p>
      </dsp:txBody>
      <dsp:txXfrm>
        <a:off x="785995" y="1706483"/>
        <a:ext cx="4328159" cy="680515"/>
      </dsp:txXfrm>
    </dsp:sp>
    <dsp:sp modelId="{DD253D8A-83F0-4235-8177-18E345AD4543}">
      <dsp:nvSpPr>
        <dsp:cNvPr id="0" name=""/>
        <dsp:cNvSpPr/>
      </dsp:nvSpPr>
      <dsp:spPr>
        <a:xfrm>
          <a:off x="5114155" y="1706483"/>
          <a:ext cx="4503209" cy="680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21" tIns="72021" rIns="72021" bIns="72021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Sensing &amp; IoT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Remote sensing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Machine learning for agriculture</a:t>
          </a:r>
        </a:p>
      </dsp:txBody>
      <dsp:txXfrm>
        <a:off x="5114155" y="1706483"/>
        <a:ext cx="4503209" cy="680515"/>
      </dsp:txXfrm>
    </dsp:sp>
    <dsp:sp modelId="{2D49F158-4DB3-432A-A62C-8F7B34A1DDA4}">
      <dsp:nvSpPr>
        <dsp:cNvPr id="0" name=""/>
        <dsp:cNvSpPr/>
      </dsp:nvSpPr>
      <dsp:spPr>
        <a:xfrm>
          <a:off x="0" y="2557127"/>
          <a:ext cx="9618133" cy="68051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8830C4-B7D4-4DAC-9392-B9658F97AD60}">
      <dsp:nvSpPr>
        <dsp:cNvPr id="0" name=""/>
        <dsp:cNvSpPr/>
      </dsp:nvSpPr>
      <dsp:spPr>
        <a:xfrm>
          <a:off x="205856" y="2710243"/>
          <a:ext cx="374283" cy="3742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7257A0-9A6B-4874-9A95-C417A3FED0A9}">
      <dsp:nvSpPr>
        <dsp:cNvPr id="0" name=""/>
        <dsp:cNvSpPr/>
      </dsp:nvSpPr>
      <dsp:spPr>
        <a:xfrm>
          <a:off x="785995" y="2557127"/>
          <a:ext cx="4328159" cy="680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21" tIns="72021" rIns="72021" bIns="7202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Application layer</a:t>
          </a:r>
        </a:p>
      </dsp:txBody>
      <dsp:txXfrm>
        <a:off x="785995" y="2557127"/>
        <a:ext cx="4328159" cy="680515"/>
      </dsp:txXfrm>
    </dsp:sp>
    <dsp:sp modelId="{3B2DCC9E-34F0-4889-B9DF-E040A7F6EA9D}">
      <dsp:nvSpPr>
        <dsp:cNvPr id="0" name=""/>
        <dsp:cNvSpPr/>
      </dsp:nvSpPr>
      <dsp:spPr>
        <a:xfrm>
          <a:off x="5114155" y="2557127"/>
          <a:ext cx="4503209" cy="680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21" tIns="72021" rIns="72021" bIns="72021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Soil &amp; fertilizer management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Crop management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Water-nutrient systems</a:t>
          </a:r>
        </a:p>
      </dsp:txBody>
      <dsp:txXfrm>
        <a:off x="5114155" y="2557127"/>
        <a:ext cx="4503209" cy="680515"/>
      </dsp:txXfrm>
    </dsp:sp>
    <dsp:sp modelId="{D79D3037-6F22-43FB-A7DF-081CC53FDADC}">
      <dsp:nvSpPr>
        <dsp:cNvPr id="0" name=""/>
        <dsp:cNvSpPr/>
      </dsp:nvSpPr>
      <dsp:spPr>
        <a:xfrm>
          <a:off x="0" y="3407772"/>
          <a:ext cx="9618133" cy="68051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7EF261-F093-4B64-8639-5D9798767F4E}">
      <dsp:nvSpPr>
        <dsp:cNvPr id="0" name=""/>
        <dsp:cNvSpPr/>
      </dsp:nvSpPr>
      <dsp:spPr>
        <a:xfrm>
          <a:off x="205856" y="3560888"/>
          <a:ext cx="374283" cy="37428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0D1558-AF83-4D41-B2CD-076A17BC5015}">
      <dsp:nvSpPr>
        <dsp:cNvPr id="0" name=""/>
        <dsp:cNvSpPr/>
      </dsp:nvSpPr>
      <dsp:spPr>
        <a:xfrm>
          <a:off x="785995" y="3407772"/>
          <a:ext cx="4328159" cy="680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21" tIns="72021" rIns="72021" bIns="7202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Integration layer</a:t>
          </a:r>
        </a:p>
      </dsp:txBody>
      <dsp:txXfrm>
        <a:off x="785995" y="3407772"/>
        <a:ext cx="4328159" cy="680515"/>
      </dsp:txXfrm>
    </dsp:sp>
    <dsp:sp modelId="{9D909FB1-6184-4E0D-B34F-3F2C9FBEA661}">
      <dsp:nvSpPr>
        <dsp:cNvPr id="0" name=""/>
        <dsp:cNvSpPr/>
      </dsp:nvSpPr>
      <dsp:spPr>
        <a:xfrm>
          <a:off x="5114155" y="3407772"/>
          <a:ext cx="4503209" cy="680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21" tIns="72021" rIns="72021" bIns="72021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Environmental sustainability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Integrated decision-support systems</a:t>
          </a:r>
        </a:p>
      </dsp:txBody>
      <dsp:txXfrm>
        <a:off x="5114155" y="3407772"/>
        <a:ext cx="4503209" cy="6805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ABBAB-EBA1-4177-B115-5AB31F2ED470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53AE0D-B9DA-45A3-9B19-01ED2DF9EC15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04882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63040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60253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54159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48333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53859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58609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107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62144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92698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2423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0763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396986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414301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58462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492648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45683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DE073-590D-4E66-B073-3C897DFDDB6A}" type="datetimeFigureOut">
              <a:rPr lang="en-NL" smtClean="0"/>
              <a:t>21/01/2026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AC7A12-20A1-4A98-94D2-05F8D9963CD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46549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2B677-CDF0-7D60-D41C-1A8A776BF5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NL" altLang="en-NL" dirty="0">
                <a:solidFill>
                  <a:schemeClr val="tx1"/>
                </a:solidFill>
                <a:latin typeface="Aptos" panose="020B0004020202020204" pitchFamily="34" charset="0"/>
              </a:rPr>
              <a:t>Prediction Model of Fertilizer Application Rate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162190-9899-6983-9667-CD67202E53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4" name="Picture 2" descr="IXD Portfolio | About">
            <a:extLst>
              <a:ext uri="{FF2B5EF4-FFF2-40B4-BE49-F238E27FC236}">
                <a16:creationId xmlns:a16="http://schemas.microsoft.com/office/drawing/2014/main" id="{823A2EEF-144C-9AEA-4C86-C9151D257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241" y="5807383"/>
            <a:ext cx="2143759" cy="1050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9774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017B23-58EB-02FB-556F-1B92E0652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Executive summary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2BA44F6-5792-3A4C-435A-E6FA680D1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analyzed ~7,000 papers related to fertilizer prediction and precision agriculture.</a:t>
            </a:r>
          </a:p>
          <a:p>
            <a:r>
              <a:rPr lang="en-US" dirty="0"/>
              <a:t>The results reveal the main venues, key experts, openness of the field, major subfields, and trustworthiness patterns.</a:t>
            </a:r>
          </a:p>
          <a:p>
            <a:r>
              <a:rPr lang="en-US" dirty="0"/>
              <a:t>The field is dominated by a small group of journals and a core research cluster (CERTH group).</a:t>
            </a:r>
          </a:p>
          <a:p>
            <a:r>
              <a:rPr lang="en-US" dirty="0"/>
              <a:t>Open-access gaps and missing metadata complicate reliability assessment.</a:t>
            </a:r>
          </a:p>
          <a:p>
            <a:r>
              <a:rPr lang="en-US" dirty="0"/>
              <a:t>Some recent papers show red flags (2020–2022), foundational papers remain reliable.</a:t>
            </a:r>
          </a:p>
          <a:p>
            <a:r>
              <a:rPr lang="en-US" dirty="0"/>
              <a:t>Detailed answers to each research question follow in the next slides.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6635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643DBF-C40D-99D5-68AE-D58DE9E29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047" y="609600"/>
            <a:ext cx="6487955" cy="1320800"/>
          </a:xfrm>
        </p:spPr>
        <p:txBody>
          <a:bodyPr>
            <a:normAutofit/>
          </a:bodyPr>
          <a:lstStyle/>
          <a:p>
            <a:r>
              <a:rPr lang="en-GB" dirty="0"/>
              <a:t>Research Mandate</a:t>
            </a: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4A2C3905-A3D2-718E-1E28-04D2C36A18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30169" r="43291" b="1"/>
          <a:stretch>
            <a:fillRect/>
          </a:stretch>
        </p:blipFill>
        <p:spPr>
          <a:xfrm>
            <a:off x="20" y="10"/>
            <a:ext cx="2734036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518E5A25-92C5-4F27-8E26-0AAAB0CDC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119184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055FB08-B2DE-B6C0-67CA-DA62A8F0C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6047" y="2160589"/>
            <a:ext cx="6487955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/>
              <a:t>Papers: Prediction Model of Fertilizer Application Rate</a:t>
            </a:r>
          </a:p>
          <a:p>
            <a:pPr marL="0" indent="0">
              <a:buNone/>
            </a:pPr>
            <a:r>
              <a:rPr lang="en-GB"/>
              <a:t>Keywords: Predictive Analytics Model, Agriculture, Greenhouse, Fertilizer Management, Sensor data</a:t>
            </a:r>
          </a:p>
          <a:p>
            <a:r>
              <a:rPr lang="en-GB"/>
              <a:t>What are the main venues in this field</a:t>
            </a:r>
          </a:p>
          <a:p>
            <a:r>
              <a:rPr lang="en-GB"/>
              <a:t>Who are the key experts</a:t>
            </a:r>
          </a:p>
          <a:p>
            <a:r>
              <a:rPr lang="en-GB"/>
              <a:t>Which venues are freely accessible and which are paid</a:t>
            </a:r>
          </a:p>
          <a:p>
            <a:r>
              <a:rPr lang="en-GB"/>
              <a:t>What are the related subfields</a:t>
            </a:r>
          </a:p>
          <a:p>
            <a:r>
              <a:rPr lang="en-GB"/>
              <a:t>What seems trustworthy or not in this field</a:t>
            </a:r>
          </a:p>
          <a:p>
            <a:r>
              <a:rPr lang="en-GB"/>
              <a:t>Provide a clear organization of the subfields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0952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34E7F69-034D-D6E1-2345-4E4C79CDF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GB" dirty="0"/>
              <a:t>Data Acquisition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1AD78F72-7728-BA12-C46C-5127E446DA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243962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3963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459F1-1211-8E40-3760-60D1BBA3A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Research Venues</a:t>
            </a:r>
            <a:endParaRPr lang="en-NL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14CCA7E-3F12-71AC-BA1F-5F0B60199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43755"/>
            <a:ext cx="8596668" cy="4697411"/>
          </a:xfrm>
        </p:spPr>
        <p:txBody>
          <a:bodyPr>
            <a:normAutofit/>
          </a:bodyPr>
          <a:lstStyle/>
          <a:p>
            <a:r>
              <a:rPr lang="en-GB" dirty="0"/>
              <a:t>A small group of journals dominates the field</a:t>
            </a:r>
          </a:p>
          <a:p>
            <a:r>
              <a:rPr lang="en-GB" dirty="0"/>
              <a:t>Key venues include:</a:t>
            </a:r>
          </a:p>
          <a:p>
            <a:pPr lvl="1"/>
            <a:r>
              <a:rPr lang="en-GB" dirty="0"/>
              <a:t>Computers and Electronics in Agriculture (</a:t>
            </a:r>
            <a:r>
              <a:rPr lang="en-GB" dirty="0" err="1"/>
              <a:t>CEAg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Agricultural Water Management (AWM)</a:t>
            </a:r>
          </a:p>
          <a:p>
            <a:pPr lvl="1"/>
            <a:r>
              <a:rPr lang="en-GB" dirty="0"/>
              <a:t>Sensors (MDPI)</a:t>
            </a:r>
          </a:p>
          <a:p>
            <a:pPr lvl="1"/>
            <a:r>
              <a:rPr lang="en-GB" dirty="0"/>
              <a:t>IEEE Access</a:t>
            </a:r>
          </a:p>
          <a:p>
            <a:pPr lvl="1"/>
            <a:r>
              <a:rPr lang="en-GB" dirty="0"/>
              <a:t>Agronomy</a:t>
            </a:r>
          </a:p>
          <a:p>
            <a:pPr lvl="1"/>
            <a:r>
              <a:rPr lang="en-GB" dirty="0"/>
              <a:t>Field Crops Research</a:t>
            </a:r>
          </a:p>
          <a:p>
            <a:pPr lvl="1"/>
            <a:r>
              <a:rPr lang="en-GB" dirty="0"/>
              <a:t>Agriculture</a:t>
            </a:r>
          </a:p>
          <a:p>
            <a:pPr lvl="1"/>
            <a:r>
              <a:rPr lang="en-GB" dirty="0"/>
              <a:t>Sustainability</a:t>
            </a:r>
          </a:p>
          <a:p>
            <a:pPr lvl="1"/>
            <a:r>
              <a:rPr lang="en-GB" dirty="0"/>
              <a:t>Remote Sensing</a:t>
            </a:r>
          </a:p>
          <a:p>
            <a:r>
              <a:rPr lang="en-GB" dirty="0"/>
              <a:t>These represent the most influential venues in the dataset</a:t>
            </a:r>
          </a:p>
        </p:txBody>
      </p:sp>
      <p:pic>
        <p:nvPicPr>
          <p:cNvPr id="1028" name="Picture 4" descr="Venue Icons - Free SVG &amp; PNG Venue Images - Noun Project">
            <a:extLst>
              <a:ext uri="{FF2B5EF4-FFF2-40B4-BE49-F238E27FC236}">
                <a16:creationId xmlns:a16="http://schemas.microsoft.com/office/drawing/2014/main" id="{98E1B786-10AB-3107-64F7-FC4E889F9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0220" y="516834"/>
            <a:ext cx="756920" cy="756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1930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C9D1F-A229-F217-ABA8-3223762D5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 dirty="0"/>
              <a:t>Experts in this field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8E801-4493-E8D8-A2BF-D6010B1D3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few authors repeatedly appear as central contributors</a:t>
            </a:r>
          </a:p>
          <a:p>
            <a:r>
              <a:rPr lang="en-GB" dirty="0"/>
              <a:t>Dominant research cluster: </a:t>
            </a:r>
            <a:r>
              <a:rPr lang="en-GB" b="1" dirty="0"/>
              <a:t>CERTH group (Greece)</a:t>
            </a:r>
          </a:p>
          <a:p>
            <a:r>
              <a:rPr lang="en-GB" dirty="0"/>
              <a:t>Main experts:</a:t>
            </a:r>
          </a:p>
          <a:p>
            <a:pPr lvl="1"/>
            <a:r>
              <a:rPr lang="en-GB" dirty="0" err="1"/>
              <a:t>Lefteris</a:t>
            </a:r>
            <a:r>
              <a:rPr lang="en-GB" dirty="0"/>
              <a:t> </a:t>
            </a:r>
            <a:r>
              <a:rPr lang="en-GB" dirty="0" err="1"/>
              <a:t>Benos</a:t>
            </a:r>
            <a:r>
              <a:rPr lang="en-GB" dirty="0"/>
              <a:t> – Machine learning in agriculture</a:t>
            </a:r>
          </a:p>
          <a:p>
            <a:pPr lvl="1"/>
            <a:r>
              <a:rPr lang="en-GB" dirty="0"/>
              <a:t>Aristotelis C. </a:t>
            </a:r>
            <a:r>
              <a:rPr lang="en-GB" dirty="0" err="1"/>
              <a:t>Tagarakis</a:t>
            </a:r>
            <a:r>
              <a:rPr lang="en-GB" dirty="0"/>
              <a:t> – Precision agriculture, sensor/soil management</a:t>
            </a:r>
          </a:p>
          <a:p>
            <a:pPr lvl="1"/>
            <a:r>
              <a:rPr lang="en-GB" dirty="0"/>
              <a:t>Georgios </a:t>
            </a:r>
            <a:r>
              <a:rPr lang="en-GB" dirty="0" err="1"/>
              <a:t>Dolias</a:t>
            </a:r>
            <a:r>
              <a:rPr lang="en-GB" dirty="0"/>
              <a:t> – Machine learning in agriculture</a:t>
            </a:r>
          </a:p>
          <a:p>
            <a:pPr lvl="1"/>
            <a:r>
              <a:rPr lang="en-GB" dirty="0" err="1"/>
              <a:t>Remigio</a:t>
            </a:r>
            <a:r>
              <a:rPr lang="en-GB" dirty="0"/>
              <a:t> </a:t>
            </a:r>
            <a:r>
              <a:rPr lang="en-GB" dirty="0" err="1"/>
              <a:t>Berruto</a:t>
            </a:r>
            <a:r>
              <a:rPr lang="en-GB" dirty="0"/>
              <a:t> – Agricultural applications of ML/AI</a:t>
            </a:r>
          </a:p>
          <a:p>
            <a:pPr lvl="1"/>
            <a:r>
              <a:rPr lang="en-GB" dirty="0" err="1"/>
              <a:t>Dimitrios</a:t>
            </a:r>
            <a:r>
              <a:rPr lang="en-GB" dirty="0"/>
              <a:t> </a:t>
            </a:r>
            <a:r>
              <a:rPr lang="en-GB" dirty="0" err="1"/>
              <a:t>Kateris</a:t>
            </a:r>
            <a:r>
              <a:rPr lang="en-GB" dirty="0"/>
              <a:t> – Machine learning in Agriculture</a:t>
            </a:r>
          </a:p>
          <a:p>
            <a:pPr lvl="1"/>
            <a:r>
              <a:rPr lang="en-GB" dirty="0"/>
              <a:t>Faisal Rasheed Lone – Machine learning / AI in precision agriculture</a:t>
            </a:r>
          </a:p>
          <a:p>
            <a:pPr lvl="1"/>
            <a:r>
              <a:rPr lang="en-GB" dirty="0"/>
              <a:t>Xu Luo</a:t>
            </a:r>
          </a:p>
          <a:p>
            <a:pPr lvl="1"/>
            <a:endParaRPr lang="en-NL" dirty="0"/>
          </a:p>
        </p:txBody>
      </p:sp>
      <p:pic>
        <p:nvPicPr>
          <p:cNvPr id="3076" name="Picture 4" descr="Writer Icon Drawing PNG Transparent Background, Free Download #21234 -  FreeIconsPNG">
            <a:extLst>
              <a:ext uri="{FF2B5EF4-FFF2-40B4-BE49-F238E27FC236}">
                <a16:creationId xmlns:a16="http://schemas.microsoft.com/office/drawing/2014/main" id="{38E83232-8D49-FD44-0BD2-2E4C9A86F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200" y="379411"/>
            <a:ext cx="898813" cy="898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2791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555DE-C22A-1C50-282E-59043C150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Accessibility of Venues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6051F-DE8D-87A6-5BFE-3C360092F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Roughly </a:t>
            </a:r>
            <a:r>
              <a:rPr lang="en-GB" b="1" dirty="0"/>
              <a:t>one-third</a:t>
            </a:r>
            <a:r>
              <a:rPr lang="en-GB" dirty="0"/>
              <a:t> of venues are fully open access</a:t>
            </a:r>
          </a:p>
          <a:p>
            <a:r>
              <a:rPr lang="en-GB" b="1" dirty="0"/>
              <a:t>MDPI</a:t>
            </a:r>
            <a:r>
              <a:rPr lang="en-GB" dirty="0"/>
              <a:t> journals contribute the majority of open-access papers</a:t>
            </a:r>
          </a:p>
          <a:p>
            <a:r>
              <a:rPr lang="en-GB" b="1" dirty="0"/>
              <a:t>Elsevier</a:t>
            </a:r>
            <a:r>
              <a:rPr lang="en-GB" dirty="0"/>
              <a:t> journals are mostly paywalled or hybrid</a:t>
            </a:r>
          </a:p>
          <a:p>
            <a:r>
              <a:rPr lang="en-GB" dirty="0"/>
              <a:t>Open-access classification is incomplete due to missing metadata</a:t>
            </a:r>
            <a:endParaRPr lang="en-NL" dirty="0"/>
          </a:p>
        </p:txBody>
      </p:sp>
      <p:pic>
        <p:nvPicPr>
          <p:cNvPr id="4098" name="Picture 2" descr="Eye Vector Icons free download in SVG, PNG Format">
            <a:extLst>
              <a:ext uri="{FF2B5EF4-FFF2-40B4-BE49-F238E27FC236}">
                <a16:creationId xmlns:a16="http://schemas.microsoft.com/office/drawing/2014/main" id="{B02F9AA1-25D5-C5A9-16AB-78A096764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5840" y="2160589"/>
            <a:ext cx="1732280" cy="1732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5906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A661B4-35D5-8C9A-0441-16E394CBB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GB" dirty="0"/>
              <a:t>Related Subfields</a:t>
            </a:r>
            <a:endParaRPr lang="en-NL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281924-E259-2DE7-9540-12D839FF34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5450780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517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D2042F-DAB3-F80D-B9BD-858CE9B9A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Trustworthiness Assessment</a:t>
            </a:r>
            <a:endParaRPr lang="en-GB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9924149-631B-2A0D-699C-4662CD998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Retractions are rare (0.14%) but concentrated in 2020–2022, suggesting paper-mill activity in that period.</a:t>
            </a:r>
          </a:p>
          <a:p>
            <a:r>
              <a:rPr lang="en-US"/>
              <a:t>Suspicious patterns include buzzword-heavy titles (e.g., “AI + blockchain + IoT”), off-topic papers, and repeated low-quality venues.</a:t>
            </a:r>
          </a:p>
          <a:p>
            <a:r>
              <a:rPr lang="en-US"/>
              <a:t>Foundational and highly cited papers (e.g., ML-in-Agriculture review, CEAg, Scientific Reports, IEEE Access) appear consistently reliable.</a:t>
            </a:r>
          </a:p>
          <a:p>
            <a:r>
              <a:rPr lang="en-US"/>
              <a:t>Risk flags include papers with no DOI, no citations, or missing venue information, often preprints or low-quality outlets.</a:t>
            </a:r>
          </a:p>
          <a:p>
            <a:r>
              <a:rPr lang="en-US"/>
              <a:t>Overall: The field is mostly trustworthy, but recent low-quality publications require caution.</a:t>
            </a:r>
            <a:endParaRPr lang="en-GB" dirty="0"/>
          </a:p>
        </p:txBody>
      </p:sp>
      <p:pic>
        <p:nvPicPr>
          <p:cNvPr id="5122" name="Picture 2" descr="Trustworthiness vector icon can be used for personality traits iconset |  Premium Vector">
            <a:extLst>
              <a:ext uri="{FF2B5EF4-FFF2-40B4-BE49-F238E27FC236}">
                <a16:creationId xmlns:a16="http://schemas.microsoft.com/office/drawing/2014/main" id="{7167A1FE-9337-5855-7D84-3B1D83AED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116" y="379411"/>
            <a:ext cx="1005204" cy="1005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833285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138</TotalTime>
  <Words>527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Trebuchet MS</vt:lpstr>
      <vt:lpstr>Wingdings 3</vt:lpstr>
      <vt:lpstr>Facet</vt:lpstr>
      <vt:lpstr>Prediction Model of Fertilizer Application Rate</vt:lpstr>
      <vt:lpstr>Executive summary</vt:lpstr>
      <vt:lpstr>Research Mandate</vt:lpstr>
      <vt:lpstr>Data Acquisition</vt:lpstr>
      <vt:lpstr>Key Research Venues</vt:lpstr>
      <vt:lpstr>Experts in this field</vt:lpstr>
      <vt:lpstr>Accessibility of Venues</vt:lpstr>
      <vt:lpstr>Related Subfields</vt:lpstr>
      <vt:lpstr>Trustworthiness Assessment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Model of Fertilizer Application Rate</dc:title>
  <dc:creator>Hoppenbrouwer,Bryan B.S.Y.</dc:creator>
  <cp:lastModifiedBy>Hoppenbrouwer,Bryan B.S.Y.</cp:lastModifiedBy>
  <cp:revision>12</cp:revision>
  <dcterms:created xsi:type="dcterms:W3CDTF">2025-11-27T13:36:50Z</dcterms:created>
  <dcterms:modified xsi:type="dcterms:W3CDTF">2026-01-21T14:22:32Z</dcterms:modified>
</cp:coreProperties>
</file>